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Arimo"/>
      <p:regular r:id="rId14"/>
      <p:bold r:id="rId15"/>
      <p:italic r:id="rId16"/>
      <p:boldItalic r:id="rId17"/>
    </p:embeddedFont>
    <p:embeddedFont>
      <p:font typeface="Poppins"/>
      <p:bold r:id="rId18"/>
      <p:boldItalic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fA/caL02AxGHhW/aBrHTafnGz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OpenSans-bold.fntdata"/><Relationship Id="rId22" Type="http://customschemas.google.com/relationships/presentationmetadata" Target="metadata"/><Relationship Id="rId21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Arimo-bold.fntdata"/><Relationship Id="rId14" Type="http://schemas.openxmlformats.org/officeDocument/2006/relationships/font" Target="fonts/Arimo-regular.fntdata"/><Relationship Id="rId17" Type="http://schemas.openxmlformats.org/officeDocument/2006/relationships/font" Target="fonts/Arimo-boldItalic.fntdata"/><Relationship Id="rId16" Type="http://schemas.openxmlformats.org/officeDocument/2006/relationships/font" Target="fonts/Arimo-italic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259e8c5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b259e8c57b_0_0:notes"/>
          <p:cNvSpPr/>
          <p:nvPr>
            <p:ph idx="2" type="sldImg"/>
          </p:nvPr>
        </p:nvSpPr>
        <p:spPr>
          <a:xfrm>
            <a:off x="889208" y="685800"/>
            <a:ext cx="508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259e8c57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b259e8c57b_0_26:notes"/>
          <p:cNvSpPr/>
          <p:nvPr>
            <p:ph idx="2" type="sldImg"/>
          </p:nvPr>
        </p:nvSpPr>
        <p:spPr>
          <a:xfrm>
            <a:off x="889208" y="685800"/>
            <a:ext cx="508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259e8c57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b259e8c57b_0_118:notes"/>
          <p:cNvSpPr/>
          <p:nvPr>
            <p:ph idx="2" type="sldImg"/>
          </p:nvPr>
        </p:nvSpPr>
        <p:spPr>
          <a:xfrm>
            <a:off x="889208" y="685800"/>
            <a:ext cx="508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259e8c57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b259e8c57b_0_133:notes"/>
          <p:cNvSpPr/>
          <p:nvPr>
            <p:ph idx="2" type="sldImg"/>
          </p:nvPr>
        </p:nvSpPr>
        <p:spPr>
          <a:xfrm>
            <a:off x="889208" y="685800"/>
            <a:ext cx="508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b259e8c57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b259e8c57b_0_154:notes"/>
          <p:cNvSpPr/>
          <p:nvPr>
            <p:ph idx="2" type="sldImg"/>
          </p:nvPr>
        </p:nvSpPr>
        <p:spPr>
          <a:xfrm>
            <a:off x="889208" y="685800"/>
            <a:ext cx="508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259e8c57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b259e8c57b_0_190:notes"/>
          <p:cNvSpPr/>
          <p:nvPr>
            <p:ph idx="2" type="sldImg"/>
          </p:nvPr>
        </p:nvSpPr>
        <p:spPr>
          <a:xfrm>
            <a:off x="889208" y="685800"/>
            <a:ext cx="508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b259e8c57b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b259e8c57b_0_207:notes"/>
          <p:cNvSpPr/>
          <p:nvPr>
            <p:ph idx="2" type="sldImg"/>
          </p:nvPr>
        </p:nvSpPr>
        <p:spPr>
          <a:xfrm>
            <a:off x="889208" y="685800"/>
            <a:ext cx="508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259e8c57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b259e8c57b_0_226:notes"/>
          <p:cNvSpPr/>
          <p:nvPr>
            <p:ph idx="2" type="sldImg"/>
          </p:nvPr>
        </p:nvSpPr>
        <p:spPr>
          <a:xfrm>
            <a:off x="889208" y="685800"/>
            <a:ext cx="508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259e8c57b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b259e8c57b_0_243:notes"/>
          <p:cNvSpPr/>
          <p:nvPr>
            <p:ph idx="2" type="sldImg"/>
          </p:nvPr>
        </p:nvSpPr>
        <p:spPr>
          <a:xfrm>
            <a:off x="889208" y="685800"/>
            <a:ext cx="508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0" y="4752658"/>
            <a:ext cx="5906125" cy="20790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" name="Google Shape;1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03035" y="587342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7"/>
          <p:cNvSpPr txBox="1"/>
          <p:nvPr>
            <p:ph idx="11" type="ftr"/>
          </p:nvPr>
        </p:nvSpPr>
        <p:spPr>
          <a:xfrm>
            <a:off x="14501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0" type="dt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7"/>
          <p:cNvSpPr txBox="1"/>
          <p:nvPr>
            <p:ph type="title"/>
          </p:nvPr>
        </p:nvSpPr>
        <p:spPr>
          <a:xfrm>
            <a:off x="-18288" y="653544"/>
            <a:ext cx="8165592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77355" y="83125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8"/>
          <p:cNvSpPr txBox="1"/>
          <p:nvPr>
            <p:ph type="title"/>
          </p:nvPr>
        </p:nvSpPr>
        <p:spPr>
          <a:xfrm>
            <a:off x="-18288" y="2184032"/>
            <a:ext cx="8074152" cy="4718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3">
  <p:cSld name="Content with Picture 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281793" y="621792"/>
            <a:ext cx="7252710" cy="1138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19"/>
          <p:cNvPicPr preferRelativeResize="0"/>
          <p:nvPr>
            <p:ph idx="2" type="pic"/>
          </p:nvPr>
        </p:nvPicPr>
        <p:blipFill/>
        <p:spPr>
          <a:xfrm>
            <a:off x="0" y="1"/>
            <a:ext cx="402336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8" name="Google Shape;28;p19"/>
          <p:cNvSpPr txBox="1"/>
          <p:nvPr>
            <p:ph idx="1" type="body"/>
          </p:nvPr>
        </p:nvSpPr>
        <p:spPr>
          <a:xfrm>
            <a:off x="4309088" y="2115404"/>
            <a:ext cx="7225415" cy="4212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281793" y="6492875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9023903" y="6492875"/>
            <a:ext cx="1596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11105296" y="649287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6">
  <p:cSld name="Content with Picture 6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518615" y="621793"/>
            <a:ext cx="5326684" cy="15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518616" y="2513110"/>
            <a:ext cx="5326683" cy="3568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5" name="Google Shape;35;p23"/>
          <p:cNvPicPr preferRelativeResize="0"/>
          <p:nvPr>
            <p:ph idx="2" type="pic"/>
          </p:nvPr>
        </p:nvPicPr>
        <p:blipFill/>
        <p:spPr>
          <a:xfrm>
            <a:off x="6308842" y="0"/>
            <a:ext cx="5883158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518615" y="6450237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5453953" y="646497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516249" y="1012175"/>
            <a:ext cx="11113008" cy="849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1" type="ftr"/>
          </p:nvPr>
        </p:nvSpPr>
        <p:spPr>
          <a:xfrm>
            <a:off x="542375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11123959" y="10464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539496" y="2115542"/>
            <a:ext cx="11013670" cy="4451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">
  <p:cSld name="Title with Pictur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idx="1" type="subTitle"/>
          </p:nvPr>
        </p:nvSpPr>
        <p:spPr>
          <a:xfrm>
            <a:off x="0" y="4939257"/>
            <a:ext cx="5898630" cy="48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6" name="Google Shape;46;p25"/>
          <p:cNvPicPr preferRelativeResize="0"/>
          <p:nvPr>
            <p:ph idx="2" type="pic"/>
          </p:nvPr>
        </p:nvPicPr>
        <p:blipFill/>
        <p:spPr>
          <a:xfrm>
            <a:off x="0" y="-1"/>
            <a:ext cx="12192000" cy="4784036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6205927" y="4939715"/>
            <a:ext cx="4420031" cy="479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11762792" y="4939257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3035" y="587342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5"/>
          <p:cNvSpPr txBox="1"/>
          <p:nvPr>
            <p:ph type="title"/>
          </p:nvPr>
        </p:nvSpPr>
        <p:spPr>
          <a:xfrm>
            <a:off x="-19847" y="5718869"/>
            <a:ext cx="5916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2">
  <p:cSld name="Title with Picture 2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6"/>
          <p:cNvSpPr txBox="1"/>
          <p:nvPr>
            <p:ph idx="1" type="subTitle"/>
          </p:nvPr>
        </p:nvSpPr>
        <p:spPr>
          <a:xfrm>
            <a:off x="6194168" y="4751933"/>
            <a:ext cx="4206240" cy="11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3" name="Google Shape;53;p26"/>
          <p:cNvPicPr preferRelativeResize="0"/>
          <p:nvPr>
            <p:ph idx="2" type="pic"/>
          </p:nvPr>
        </p:nvPicPr>
        <p:blipFill/>
        <p:spPr>
          <a:xfrm>
            <a:off x="0" y="0"/>
            <a:ext cx="609600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54" name="Google Shape;54;p26"/>
          <p:cNvSpPr txBox="1"/>
          <p:nvPr>
            <p:ph idx="11" type="ftr"/>
          </p:nvPr>
        </p:nvSpPr>
        <p:spPr>
          <a:xfrm>
            <a:off x="6190488" y="125201"/>
            <a:ext cx="4846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11762793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6190488" y="6396209"/>
            <a:ext cx="17076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3035" y="587342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6"/>
          <p:cNvSpPr txBox="1"/>
          <p:nvPr>
            <p:ph type="title"/>
          </p:nvPr>
        </p:nvSpPr>
        <p:spPr>
          <a:xfrm>
            <a:off x="6150366" y="938046"/>
            <a:ext cx="4800600" cy="36667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3">
  <p:cSld name="Title with Picture 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/>
          <p:nvPr>
            <p:ph idx="1" type="subTitle"/>
          </p:nvPr>
        </p:nvSpPr>
        <p:spPr>
          <a:xfrm>
            <a:off x="0" y="5457214"/>
            <a:ext cx="4206240" cy="13807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1" name="Google Shape;61;p27"/>
          <p:cNvPicPr preferRelativeResize="0"/>
          <p:nvPr>
            <p:ph idx="2" type="pic"/>
          </p:nvPr>
        </p:nvPicPr>
        <p:blipFill/>
        <p:spPr>
          <a:xfrm>
            <a:off x="6096000" y="0"/>
            <a:ext cx="609600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62" name="Google Shape;62;p27"/>
          <p:cNvSpPr txBox="1"/>
          <p:nvPr>
            <p:ph type="title"/>
          </p:nvPr>
        </p:nvSpPr>
        <p:spPr>
          <a:xfrm>
            <a:off x="-18288" y="81290"/>
            <a:ext cx="4654296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4">
  <p:cSld name="Title with Picture 4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8"/>
          <p:cNvSpPr txBox="1"/>
          <p:nvPr>
            <p:ph idx="1" type="subTitle"/>
          </p:nvPr>
        </p:nvSpPr>
        <p:spPr>
          <a:xfrm>
            <a:off x="0" y="4184880"/>
            <a:ext cx="5086118" cy="48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5" name="Google Shape;65;p28"/>
          <p:cNvPicPr preferRelativeResize="0"/>
          <p:nvPr>
            <p:ph idx="2" type="pic"/>
          </p:nvPr>
        </p:nvPicPr>
        <p:blipFill/>
        <p:spPr>
          <a:xfrm>
            <a:off x="-1" y="0"/>
            <a:ext cx="12192000" cy="4000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6191582" y="4172243"/>
            <a:ext cx="5303520" cy="479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11755345" y="4184423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" name="Google Shape;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3035" y="587342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8"/>
          <p:cNvSpPr txBox="1"/>
          <p:nvPr>
            <p:ph type="title"/>
          </p:nvPr>
        </p:nvSpPr>
        <p:spPr>
          <a:xfrm>
            <a:off x="-14991" y="5068752"/>
            <a:ext cx="10643616" cy="1810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5">
  <p:cSld name="Title with Picture 5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 txBox="1"/>
          <p:nvPr>
            <p:ph idx="1" type="subTitle"/>
          </p:nvPr>
        </p:nvSpPr>
        <p:spPr>
          <a:xfrm>
            <a:off x="13960" y="5099828"/>
            <a:ext cx="11460480" cy="48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2" name="Google Shape;72;p29"/>
          <p:cNvPicPr preferRelativeResize="0"/>
          <p:nvPr>
            <p:ph idx="2" type="pic"/>
          </p:nvPr>
        </p:nvPicPr>
        <p:blipFill/>
        <p:spPr>
          <a:xfrm>
            <a:off x="0" y="0"/>
            <a:ext cx="12191999" cy="4986425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3" name="Google Shape;73;p29"/>
          <p:cNvSpPr txBox="1"/>
          <p:nvPr>
            <p:ph type="title"/>
          </p:nvPr>
        </p:nvSpPr>
        <p:spPr>
          <a:xfrm>
            <a:off x="-16535" y="6124295"/>
            <a:ext cx="1145743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 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idx="1" type="subTitle"/>
          </p:nvPr>
        </p:nvSpPr>
        <p:spPr>
          <a:xfrm>
            <a:off x="1" y="6174463"/>
            <a:ext cx="5891134" cy="6548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6" name="Google Shape;7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03035" y="587342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0"/>
          <p:cNvSpPr txBox="1"/>
          <p:nvPr>
            <p:ph idx="11" type="ftr"/>
          </p:nvPr>
        </p:nvSpPr>
        <p:spPr>
          <a:xfrm>
            <a:off x="14501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0" type="dt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30"/>
          <p:cNvSpPr txBox="1"/>
          <p:nvPr>
            <p:ph type="title"/>
          </p:nvPr>
        </p:nvSpPr>
        <p:spPr>
          <a:xfrm>
            <a:off x="-18288" y="2159632"/>
            <a:ext cx="9683496" cy="3776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/>
          <p:nvPr>
            <p:ph idx="1" type="subTitle"/>
          </p:nvPr>
        </p:nvSpPr>
        <p:spPr>
          <a:xfrm>
            <a:off x="0" y="5413929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1"/>
          <p:cNvSpPr/>
          <p:nvPr/>
        </p:nvSpPr>
        <p:spPr>
          <a:xfrm>
            <a:off x="8519421" y="3176277"/>
            <a:ext cx="3557904" cy="3557904"/>
          </a:xfrm>
          <a:prstGeom prst="ellipse">
            <a:avLst/>
          </a:prstGeom>
          <a:noFill/>
          <a:ln cap="flat" cmpd="sng" w="15875">
            <a:solidFill>
              <a:srgbClr val="464E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1"/>
          <p:cNvSpPr txBox="1"/>
          <p:nvPr>
            <p:ph type="title"/>
          </p:nvPr>
        </p:nvSpPr>
        <p:spPr>
          <a:xfrm>
            <a:off x="-18288" y="86344"/>
            <a:ext cx="12088368" cy="2414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/>
          <p:nvPr/>
        </p:nvSpPr>
        <p:spPr>
          <a:xfrm>
            <a:off x="8524369" y="3181282"/>
            <a:ext cx="3557904" cy="3557904"/>
          </a:xfrm>
          <a:prstGeom prst="ellipse">
            <a:avLst/>
          </a:prstGeom>
          <a:noFill/>
          <a:ln cap="flat" cmpd="sng" w="15875">
            <a:solidFill>
              <a:srgbClr val="464E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2"/>
          <p:cNvSpPr txBox="1"/>
          <p:nvPr>
            <p:ph type="title"/>
          </p:nvPr>
        </p:nvSpPr>
        <p:spPr>
          <a:xfrm>
            <a:off x="-18288" y="82296"/>
            <a:ext cx="8211312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2700000">
            <a:off x="11224955" y="5974978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>
            <p:ph type="title"/>
          </p:nvPr>
        </p:nvSpPr>
        <p:spPr>
          <a:xfrm>
            <a:off x="0" y="2139696"/>
            <a:ext cx="8071011" cy="4718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3"/>
          <p:cNvSpPr txBox="1"/>
          <p:nvPr>
            <p:ph type="title"/>
          </p:nvPr>
        </p:nvSpPr>
        <p:spPr>
          <a:xfrm>
            <a:off x="-18288" y="82296"/>
            <a:ext cx="8139659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" type="body"/>
          </p:nvPr>
        </p:nvSpPr>
        <p:spPr>
          <a:xfrm>
            <a:off x="-1" y="1896472"/>
            <a:ext cx="8139660" cy="355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1pPr>
            <a:lvl2pPr indent="-3175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2pPr>
            <a:lvl3pPr indent="-3175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3pPr>
            <a:lvl4pPr indent="-3175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4pPr>
            <a:lvl5pPr indent="-3175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3"/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cap="flat" cmpd="sng" w="15875">
            <a:solidFill>
              <a:srgbClr val="464E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3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2">
  <p:cSld name="Agenda 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4"/>
          <p:cNvSpPr txBox="1"/>
          <p:nvPr>
            <p:ph type="title"/>
          </p:nvPr>
        </p:nvSpPr>
        <p:spPr>
          <a:xfrm>
            <a:off x="-18288" y="82296"/>
            <a:ext cx="5898630" cy="1628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11" type="ftr"/>
          </p:nvPr>
        </p:nvSpPr>
        <p:spPr>
          <a:xfrm>
            <a:off x="6190488" y="118818"/>
            <a:ext cx="5275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12" type="sldNum"/>
          </p:nvPr>
        </p:nvSpPr>
        <p:spPr>
          <a:xfrm>
            <a:off x="11762793" y="11021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34"/>
          <p:cNvSpPr txBox="1"/>
          <p:nvPr>
            <p:ph idx="1" type="body"/>
          </p:nvPr>
        </p:nvSpPr>
        <p:spPr>
          <a:xfrm>
            <a:off x="6190488" y="2577705"/>
            <a:ext cx="5895668" cy="42660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1pPr>
            <a:lvl2pPr indent="-3175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2pPr>
            <a:lvl3pPr indent="-3175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3pPr>
            <a:lvl4pPr indent="-3175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4pPr>
            <a:lvl5pPr indent="-3175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1" name="Google Shape;10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64" y="5857382"/>
            <a:ext cx="100584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">
  <p:cSld name="Agenda with Pictur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5"/>
          <p:cNvSpPr txBox="1"/>
          <p:nvPr>
            <p:ph type="title"/>
          </p:nvPr>
        </p:nvSpPr>
        <p:spPr>
          <a:xfrm>
            <a:off x="6166396" y="621792"/>
            <a:ext cx="5386715" cy="1816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4" name="Google Shape;104;p35"/>
          <p:cNvPicPr preferRelativeResize="0"/>
          <p:nvPr>
            <p:ph idx="2" type="pic"/>
          </p:nvPr>
        </p:nvPicPr>
        <p:blipFill/>
        <p:spPr>
          <a:xfrm>
            <a:off x="0" y="0"/>
            <a:ext cx="5906642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05" name="Google Shape;105;p35"/>
          <p:cNvSpPr txBox="1"/>
          <p:nvPr>
            <p:ph idx="11" type="ftr"/>
          </p:nvPr>
        </p:nvSpPr>
        <p:spPr>
          <a:xfrm>
            <a:off x="6190488" y="110364"/>
            <a:ext cx="53492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5"/>
          <p:cNvSpPr txBox="1"/>
          <p:nvPr>
            <p:ph idx="12" type="sldNum"/>
          </p:nvPr>
        </p:nvSpPr>
        <p:spPr>
          <a:xfrm>
            <a:off x="11762793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35"/>
          <p:cNvSpPr txBox="1"/>
          <p:nvPr>
            <p:ph idx="1" type="body"/>
          </p:nvPr>
        </p:nvSpPr>
        <p:spPr>
          <a:xfrm>
            <a:off x="6190488" y="2740228"/>
            <a:ext cx="5906642" cy="4096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1pPr>
            <a:lvl2pPr indent="-3175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2pPr>
            <a:lvl3pPr indent="-3175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3pPr>
            <a:lvl4pPr indent="-3175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4pPr>
            <a:lvl5pPr indent="-3175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 2">
  <p:cSld name="Agenda with Picture 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6"/>
          <p:cNvSpPr txBox="1"/>
          <p:nvPr>
            <p:ph type="title"/>
          </p:nvPr>
        </p:nvSpPr>
        <p:spPr>
          <a:xfrm>
            <a:off x="-18288" y="82296"/>
            <a:ext cx="7534384" cy="3513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6"/>
          <p:cNvSpPr txBox="1"/>
          <p:nvPr>
            <p:ph idx="1" type="body"/>
          </p:nvPr>
        </p:nvSpPr>
        <p:spPr>
          <a:xfrm>
            <a:off x="3476116" y="4017192"/>
            <a:ext cx="4063655" cy="2814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317500" lvl="0" marL="4572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1pPr>
            <a:lvl2pPr indent="-317500" lvl="1" marL="9144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2pPr>
            <a:lvl3pPr indent="-317500" lvl="2" marL="13716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3pPr>
            <a:lvl4pPr indent="-317500" lvl="3" marL="18288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4pPr>
            <a:lvl5pPr indent="-317500" lvl="4" marL="22860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11" type="ftr"/>
          </p:nvPr>
        </p:nvSpPr>
        <p:spPr>
          <a:xfrm>
            <a:off x="7704945" y="118818"/>
            <a:ext cx="37799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6"/>
          <p:cNvSpPr txBox="1"/>
          <p:nvPr>
            <p:ph idx="12" type="sldNum"/>
          </p:nvPr>
        </p:nvSpPr>
        <p:spPr>
          <a:xfrm>
            <a:off x="11762793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" name="Google Shape;113;p36"/>
          <p:cNvPicPr preferRelativeResize="0"/>
          <p:nvPr>
            <p:ph idx="2" type="pic"/>
          </p:nvPr>
        </p:nvPicPr>
        <p:blipFill/>
        <p:spPr>
          <a:xfrm>
            <a:off x="7772400" y="989351"/>
            <a:ext cx="4284026" cy="578958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114" name="Google Shape;11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06" y="6047419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7"/>
          <p:cNvSpPr txBox="1"/>
          <p:nvPr>
            <p:ph type="title"/>
          </p:nvPr>
        </p:nvSpPr>
        <p:spPr>
          <a:xfrm>
            <a:off x="-18288" y="82296"/>
            <a:ext cx="4390515" cy="2418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1" type="body"/>
          </p:nvPr>
        </p:nvSpPr>
        <p:spPr>
          <a:xfrm>
            <a:off x="0" y="4373735"/>
            <a:ext cx="4389120" cy="2459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7"/>
          <p:cNvSpPr txBox="1"/>
          <p:nvPr>
            <p:ph idx="11" type="ftr"/>
          </p:nvPr>
        </p:nvSpPr>
        <p:spPr>
          <a:xfrm>
            <a:off x="6190488" y="110364"/>
            <a:ext cx="53582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7"/>
          <p:cNvSpPr txBox="1"/>
          <p:nvPr>
            <p:ph idx="12" type="sldNum"/>
          </p:nvPr>
        </p:nvSpPr>
        <p:spPr>
          <a:xfrm>
            <a:off x="11762793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37"/>
          <p:cNvSpPr txBox="1"/>
          <p:nvPr>
            <p:ph idx="10" type="dt"/>
          </p:nvPr>
        </p:nvSpPr>
        <p:spPr>
          <a:xfrm>
            <a:off x="6190488" y="6468346"/>
            <a:ext cx="2899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/>
          <p:nvPr/>
        </p:nvSpPr>
        <p:spPr>
          <a:xfrm>
            <a:off x="8540137" y="3189732"/>
            <a:ext cx="3557904" cy="3557904"/>
          </a:xfrm>
          <a:prstGeom prst="ellipse">
            <a:avLst/>
          </a:prstGeom>
          <a:noFill/>
          <a:ln cap="flat" cmpd="sng" w="15875">
            <a:solidFill>
              <a:srgbClr val="464E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8"/>
          <p:cNvSpPr txBox="1"/>
          <p:nvPr>
            <p:ph type="title"/>
          </p:nvPr>
        </p:nvSpPr>
        <p:spPr>
          <a:xfrm>
            <a:off x="539645" y="987552"/>
            <a:ext cx="5366480" cy="404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8"/>
          <p:cNvSpPr txBox="1"/>
          <p:nvPr>
            <p:ph idx="11" type="ftr"/>
          </p:nvPr>
        </p:nvSpPr>
        <p:spPr>
          <a:xfrm>
            <a:off x="532150" y="100701"/>
            <a:ext cx="5366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idx="10" type="dt"/>
          </p:nvPr>
        </p:nvSpPr>
        <p:spPr>
          <a:xfrm>
            <a:off x="6190488" y="100701"/>
            <a:ext cx="29404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8"/>
          <p:cNvSpPr txBox="1"/>
          <p:nvPr>
            <p:ph idx="12" type="sldNum"/>
          </p:nvPr>
        </p:nvSpPr>
        <p:spPr>
          <a:xfrm>
            <a:off x="11105731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38"/>
          <p:cNvSpPr txBox="1"/>
          <p:nvPr>
            <p:ph idx="1" type="body"/>
          </p:nvPr>
        </p:nvSpPr>
        <p:spPr>
          <a:xfrm>
            <a:off x="6190488" y="969264"/>
            <a:ext cx="5340096" cy="4041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">
  <p:cSld name="Content 4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9"/>
          <p:cNvSpPr txBox="1"/>
          <p:nvPr>
            <p:ph type="title"/>
          </p:nvPr>
        </p:nvSpPr>
        <p:spPr>
          <a:xfrm>
            <a:off x="539645" y="987552"/>
            <a:ext cx="5366480" cy="404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9"/>
          <p:cNvSpPr txBox="1"/>
          <p:nvPr>
            <p:ph idx="11" type="ftr"/>
          </p:nvPr>
        </p:nvSpPr>
        <p:spPr>
          <a:xfrm>
            <a:off x="532150" y="100701"/>
            <a:ext cx="5366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9"/>
          <p:cNvSpPr txBox="1"/>
          <p:nvPr>
            <p:ph idx="10" type="dt"/>
          </p:nvPr>
        </p:nvSpPr>
        <p:spPr>
          <a:xfrm>
            <a:off x="6190488" y="100701"/>
            <a:ext cx="29404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9"/>
          <p:cNvSpPr txBox="1"/>
          <p:nvPr>
            <p:ph idx="12" type="sldNum"/>
          </p:nvPr>
        </p:nvSpPr>
        <p:spPr>
          <a:xfrm>
            <a:off x="11105731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9"/>
          <p:cNvSpPr txBox="1"/>
          <p:nvPr>
            <p:ph idx="1" type="body"/>
          </p:nvPr>
        </p:nvSpPr>
        <p:spPr>
          <a:xfrm>
            <a:off x="6190488" y="969264"/>
            <a:ext cx="5336753" cy="481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">
  <p:cSld name="Content 5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0"/>
          <p:cNvSpPr txBox="1"/>
          <p:nvPr>
            <p:ph type="title"/>
          </p:nvPr>
        </p:nvSpPr>
        <p:spPr>
          <a:xfrm>
            <a:off x="539496" y="987552"/>
            <a:ext cx="5366480" cy="404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0"/>
          <p:cNvSpPr txBox="1"/>
          <p:nvPr>
            <p:ph idx="11" type="ftr"/>
          </p:nvPr>
        </p:nvSpPr>
        <p:spPr>
          <a:xfrm>
            <a:off x="532150" y="100701"/>
            <a:ext cx="5366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0"/>
          <p:cNvSpPr txBox="1"/>
          <p:nvPr>
            <p:ph idx="10" type="dt"/>
          </p:nvPr>
        </p:nvSpPr>
        <p:spPr>
          <a:xfrm>
            <a:off x="6190488" y="100701"/>
            <a:ext cx="29404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0"/>
          <p:cNvSpPr txBox="1"/>
          <p:nvPr>
            <p:ph idx="12" type="sldNum"/>
          </p:nvPr>
        </p:nvSpPr>
        <p:spPr>
          <a:xfrm>
            <a:off x="11105731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40"/>
          <p:cNvSpPr txBox="1"/>
          <p:nvPr>
            <p:ph idx="1" type="body"/>
          </p:nvPr>
        </p:nvSpPr>
        <p:spPr>
          <a:xfrm>
            <a:off x="6190488" y="969264"/>
            <a:ext cx="5366480" cy="571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">
  <p:cSld name="Content 6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1"/>
          <p:cNvSpPr txBox="1"/>
          <p:nvPr>
            <p:ph type="title"/>
          </p:nvPr>
        </p:nvSpPr>
        <p:spPr>
          <a:xfrm>
            <a:off x="539496" y="988979"/>
            <a:ext cx="3462878" cy="2942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1"/>
          <p:cNvSpPr txBox="1"/>
          <p:nvPr>
            <p:ph idx="11" type="ftr"/>
          </p:nvPr>
        </p:nvSpPr>
        <p:spPr>
          <a:xfrm>
            <a:off x="532150" y="100701"/>
            <a:ext cx="34702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1"/>
          <p:cNvSpPr txBox="1"/>
          <p:nvPr>
            <p:ph idx="10" type="dt"/>
          </p:nvPr>
        </p:nvSpPr>
        <p:spPr>
          <a:xfrm>
            <a:off x="4317167" y="100701"/>
            <a:ext cx="29404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1"/>
          <p:cNvSpPr txBox="1"/>
          <p:nvPr>
            <p:ph idx="12" type="sldNum"/>
          </p:nvPr>
        </p:nvSpPr>
        <p:spPr>
          <a:xfrm>
            <a:off x="11105731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41"/>
          <p:cNvSpPr txBox="1"/>
          <p:nvPr>
            <p:ph idx="1" type="body"/>
          </p:nvPr>
        </p:nvSpPr>
        <p:spPr>
          <a:xfrm>
            <a:off x="4317167" y="967689"/>
            <a:ext cx="7217771" cy="5237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">
  <p:cSld name="Content with Pictur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2"/>
          <p:cNvSpPr txBox="1"/>
          <p:nvPr>
            <p:ph type="title"/>
          </p:nvPr>
        </p:nvSpPr>
        <p:spPr>
          <a:xfrm>
            <a:off x="5045804" y="612140"/>
            <a:ext cx="6499655" cy="1519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8" name="Google Shape;148;p42"/>
          <p:cNvPicPr preferRelativeResize="0"/>
          <p:nvPr>
            <p:ph idx="2" type="pic"/>
          </p:nvPr>
        </p:nvPicPr>
        <p:blipFill/>
        <p:spPr>
          <a:xfrm>
            <a:off x="0" y="1"/>
            <a:ext cx="4804012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49" name="Google Shape;149;p42"/>
          <p:cNvSpPr txBox="1"/>
          <p:nvPr>
            <p:ph idx="1" type="body"/>
          </p:nvPr>
        </p:nvSpPr>
        <p:spPr>
          <a:xfrm>
            <a:off x="5104122" y="2457406"/>
            <a:ext cx="6441338" cy="377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2"/>
          <p:cNvSpPr txBox="1"/>
          <p:nvPr>
            <p:ph idx="11" type="ftr"/>
          </p:nvPr>
        </p:nvSpPr>
        <p:spPr>
          <a:xfrm>
            <a:off x="5104122" y="6452990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2"/>
          <p:cNvSpPr txBox="1"/>
          <p:nvPr>
            <p:ph idx="12" type="sldNum"/>
          </p:nvPr>
        </p:nvSpPr>
        <p:spPr>
          <a:xfrm>
            <a:off x="11116252" y="645298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">
  <p:cSld name="Content with Picture 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3"/>
          <p:cNvSpPr txBox="1"/>
          <p:nvPr>
            <p:ph type="title"/>
          </p:nvPr>
        </p:nvSpPr>
        <p:spPr>
          <a:xfrm>
            <a:off x="515278" y="623087"/>
            <a:ext cx="5794045" cy="1519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3"/>
          <p:cNvSpPr txBox="1"/>
          <p:nvPr>
            <p:ph idx="1" type="body"/>
          </p:nvPr>
        </p:nvSpPr>
        <p:spPr>
          <a:xfrm>
            <a:off x="533566" y="2459736"/>
            <a:ext cx="5745663" cy="377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5" name="Google Shape;155;p43"/>
          <p:cNvPicPr preferRelativeResize="0"/>
          <p:nvPr>
            <p:ph idx="2" type="pic"/>
          </p:nvPr>
        </p:nvPicPr>
        <p:blipFill/>
        <p:spPr>
          <a:xfrm>
            <a:off x="6525631" y="0"/>
            <a:ext cx="566637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56" name="Google Shape;156;p43"/>
          <p:cNvSpPr txBox="1"/>
          <p:nvPr>
            <p:ph idx="11" type="ftr"/>
          </p:nvPr>
        </p:nvSpPr>
        <p:spPr>
          <a:xfrm>
            <a:off x="533566" y="6441427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3"/>
          <p:cNvSpPr txBox="1"/>
          <p:nvPr>
            <p:ph idx="10" type="dt"/>
          </p:nvPr>
        </p:nvSpPr>
        <p:spPr>
          <a:xfrm>
            <a:off x="3365787" y="6455623"/>
            <a:ext cx="2295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3"/>
          <p:cNvSpPr txBox="1"/>
          <p:nvPr>
            <p:ph idx="12" type="sldNum"/>
          </p:nvPr>
        </p:nvSpPr>
        <p:spPr>
          <a:xfrm>
            <a:off x="5880116" y="645617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4">
  <p:cSld name="Content with Picture 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/>
          <p:nvPr>
            <p:ph type="title"/>
          </p:nvPr>
        </p:nvSpPr>
        <p:spPr>
          <a:xfrm>
            <a:off x="542307" y="621792"/>
            <a:ext cx="7252710" cy="1138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4"/>
          <p:cNvSpPr txBox="1"/>
          <p:nvPr>
            <p:ph idx="1" type="body"/>
          </p:nvPr>
        </p:nvSpPr>
        <p:spPr>
          <a:xfrm>
            <a:off x="569602" y="2115404"/>
            <a:ext cx="7225415" cy="4212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2" name="Google Shape;162;p44"/>
          <p:cNvPicPr preferRelativeResize="0"/>
          <p:nvPr>
            <p:ph idx="2" type="pic"/>
          </p:nvPr>
        </p:nvPicPr>
        <p:blipFill/>
        <p:spPr>
          <a:xfrm>
            <a:off x="8168640" y="1"/>
            <a:ext cx="402336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63" name="Google Shape;163;p44"/>
          <p:cNvSpPr txBox="1"/>
          <p:nvPr>
            <p:ph idx="11" type="ftr"/>
          </p:nvPr>
        </p:nvSpPr>
        <p:spPr>
          <a:xfrm>
            <a:off x="542307" y="6492875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4"/>
          <p:cNvSpPr txBox="1"/>
          <p:nvPr>
            <p:ph idx="10" type="dt"/>
          </p:nvPr>
        </p:nvSpPr>
        <p:spPr>
          <a:xfrm>
            <a:off x="5284417" y="6492875"/>
            <a:ext cx="1596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44"/>
          <p:cNvSpPr txBox="1"/>
          <p:nvPr>
            <p:ph idx="12" type="sldNum"/>
          </p:nvPr>
        </p:nvSpPr>
        <p:spPr>
          <a:xfrm>
            <a:off x="7365810" y="649287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5">
  <p:cSld name="Content with Picture 5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5"/>
          <p:cNvSpPr txBox="1"/>
          <p:nvPr>
            <p:ph type="title"/>
          </p:nvPr>
        </p:nvSpPr>
        <p:spPr>
          <a:xfrm>
            <a:off x="6196084" y="621793"/>
            <a:ext cx="5326684" cy="1507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8" name="Google Shape;168;p45"/>
          <p:cNvPicPr preferRelativeResize="0"/>
          <p:nvPr>
            <p:ph idx="2" type="pic"/>
          </p:nvPr>
        </p:nvPicPr>
        <p:blipFill/>
        <p:spPr>
          <a:xfrm>
            <a:off x="-1" y="0"/>
            <a:ext cx="5895833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69" name="Google Shape;169;p45"/>
          <p:cNvSpPr txBox="1"/>
          <p:nvPr>
            <p:ph idx="1" type="body"/>
          </p:nvPr>
        </p:nvSpPr>
        <p:spPr>
          <a:xfrm>
            <a:off x="6196084" y="2498368"/>
            <a:ext cx="5364544" cy="3582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45"/>
          <p:cNvSpPr txBox="1"/>
          <p:nvPr>
            <p:ph idx="11" type="ftr"/>
          </p:nvPr>
        </p:nvSpPr>
        <p:spPr>
          <a:xfrm>
            <a:off x="6196084" y="6450237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5"/>
          <p:cNvSpPr txBox="1"/>
          <p:nvPr>
            <p:ph idx="12" type="sldNum"/>
          </p:nvPr>
        </p:nvSpPr>
        <p:spPr>
          <a:xfrm>
            <a:off x="11131422" y="646497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7">
  <p:cSld name="Content with Picture 7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6"/>
          <p:cNvSpPr txBox="1"/>
          <p:nvPr>
            <p:ph type="title"/>
          </p:nvPr>
        </p:nvSpPr>
        <p:spPr>
          <a:xfrm>
            <a:off x="7097186" y="621792"/>
            <a:ext cx="4446871" cy="1867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4" name="Google Shape;174;p46"/>
          <p:cNvPicPr preferRelativeResize="0"/>
          <p:nvPr>
            <p:ph idx="2" type="pic"/>
          </p:nvPr>
        </p:nvPicPr>
        <p:blipFill/>
        <p:spPr>
          <a:xfrm>
            <a:off x="0" y="0"/>
            <a:ext cx="6878472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75" name="Google Shape;175;p46"/>
          <p:cNvSpPr txBox="1"/>
          <p:nvPr>
            <p:ph idx="1" type="body"/>
          </p:nvPr>
        </p:nvSpPr>
        <p:spPr>
          <a:xfrm>
            <a:off x="7122161" y="2890729"/>
            <a:ext cx="4449227" cy="3138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46"/>
          <p:cNvSpPr txBox="1"/>
          <p:nvPr>
            <p:ph idx="11" type="ftr"/>
          </p:nvPr>
        </p:nvSpPr>
        <p:spPr>
          <a:xfrm>
            <a:off x="7093839" y="6430476"/>
            <a:ext cx="1968375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6"/>
          <p:cNvSpPr txBox="1"/>
          <p:nvPr>
            <p:ph idx="12" type="sldNum"/>
          </p:nvPr>
        </p:nvSpPr>
        <p:spPr>
          <a:xfrm>
            <a:off x="11142181" y="6430476"/>
            <a:ext cx="429207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8">
  <p:cSld name="Content with Picture 8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 txBox="1"/>
          <p:nvPr>
            <p:ph type="title"/>
          </p:nvPr>
        </p:nvSpPr>
        <p:spPr>
          <a:xfrm>
            <a:off x="518965" y="621792"/>
            <a:ext cx="4446871" cy="1867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7"/>
          <p:cNvSpPr txBox="1"/>
          <p:nvPr>
            <p:ph idx="1" type="body"/>
          </p:nvPr>
        </p:nvSpPr>
        <p:spPr>
          <a:xfrm>
            <a:off x="543940" y="2890729"/>
            <a:ext cx="4449227" cy="3138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1" name="Google Shape;181;p47"/>
          <p:cNvPicPr preferRelativeResize="0"/>
          <p:nvPr>
            <p:ph idx="2" type="pic"/>
          </p:nvPr>
        </p:nvPicPr>
        <p:blipFill/>
        <p:spPr>
          <a:xfrm>
            <a:off x="5363570" y="0"/>
            <a:ext cx="682843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82" name="Google Shape;182;p47"/>
          <p:cNvSpPr txBox="1"/>
          <p:nvPr>
            <p:ph idx="11" type="ftr"/>
          </p:nvPr>
        </p:nvSpPr>
        <p:spPr>
          <a:xfrm>
            <a:off x="515618" y="6430476"/>
            <a:ext cx="1968375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7"/>
          <p:cNvSpPr txBox="1"/>
          <p:nvPr>
            <p:ph idx="12" type="sldNum"/>
          </p:nvPr>
        </p:nvSpPr>
        <p:spPr>
          <a:xfrm>
            <a:off x="4563960" y="6430476"/>
            <a:ext cx="429207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9">
  <p:cSld name="Content with Picture 9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8"/>
          <p:cNvSpPr txBox="1"/>
          <p:nvPr>
            <p:ph type="title"/>
          </p:nvPr>
        </p:nvSpPr>
        <p:spPr>
          <a:xfrm>
            <a:off x="7649733" y="621792"/>
            <a:ext cx="3884546" cy="2280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6" name="Google Shape;186;p48"/>
          <p:cNvPicPr preferRelativeResize="0"/>
          <p:nvPr>
            <p:ph idx="2" type="pic"/>
          </p:nvPr>
        </p:nvPicPr>
        <p:blipFill/>
        <p:spPr>
          <a:xfrm>
            <a:off x="-1" y="0"/>
            <a:ext cx="7260609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87" name="Google Shape;187;p48"/>
          <p:cNvSpPr txBox="1"/>
          <p:nvPr>
            <p:ph idx="1" type="body"/>
          </p:nvPr>
        </p:nvSpPr>
        <p:spPr>
          <a:xfrm>
            <a:off x="7687521" y="3211512"/>
            <a:ext cx="3884547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48"/>
          <p:cNvSpPr txBox="1"/>
          <p:nvPr>
            <p:ph idx="11" type="ftr"/>
          </p:nvPr>
        </p:nvSpPr>
        <p:spPr>
          <a:xfrm>
            <a:off x="7649733" y="6456384"/>
            <a:ext cx="1968375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8"/>
          <p:cNvSpPr txBox="1"/>
          <p:nvPr>
            <p:ph idx="12" type="sldNum"/>
          </p:nvPr>
        </p:nvSpPr>
        <p:spPr>
          <a:xfrm>
            <a:off x="11134152" y="6456385"/>
            <a:ext cx="429207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0">
  <p:cSld name="Content with Picture 10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9"/>
          <p:cNvSpPr txBox="1"/>
          <p:nvPr>
            <p:ph type="title"/>
          </p:nvPr>
        </p:nvSpPr>
        <p:spPr>
          <a:xfrm>
            <a:off x="512064" y="621792"/>
            <a:ext cx="3884546" cy="2280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9"/>
          <p:cNvSpPr txBox="1"/>
          <p:nvPr>
            <p:ph idx="1" type="body"/>
          </p:nvPr>
        </p:nvSpPr>
        <p:spPr>
          <a:xfrm>
            <a:off x="530352" y="3209544"/>
            <a:ext cx="3884547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3" name="Google Shape;193;p49"/>
          <p:cNvPicPr preferRelativeResize="0"/>
          <p:nvPr>
            <p:ph idx="2" type="pic"/>
          </p:nvPr>
        </p:nvPicPr>
        <p:blipFill/>
        <p:spPr>
          <a:xfrm>
            <a:off x="4954137" y="0"/>
            <a:ext cx="7237863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94" name="Google Shape;194;p49"/>
          <p:cNvSpPr txBox="1"/>
          <p:nvPr>
            <p:ph idx="11" type="ftr"/>
          </p:nvPr>
        </p:nvSpPr>
        <p:spPr>
          <a:xfrm>
            <a:off x="530352" y="6456384"/>
            <a:ext cx="1968375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9"/>
          <p:cNvSpPr txBox="1"/>
          <p:nvPr>
            <p:ph idx="12" type="sldNum"/>
          </p:nvPr>
        </p:nvSpPr>
        <p:spPr>
          <a:xfrm>
            <a:off x="4008087" y="6456385"/>
            <a:ext cx="429207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2">
  <p:cSld name="Content with Picture 12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0"/>
          <p:cNvSpPr txBox="1"/>
          <p:nvPr>
            <p:ph type="title"/>
          </p:nvPr>
        </p:nvSpPr>
        <p:spPr>
          <a:xfrm>
            <a:off x="512064" y="3608276"/>
            <a:ext cx="4428700" cy="2620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8" name="Google Shape;198;p50"/>
          <p:cNvPicPr preferRelativeResize="0"/>
          <p:nvPr>
            <p:ph idx="2" type="pic"/>
          </p:nvPr>
        </p:nvPicPr>
        <p:blipFill/>
        <p:spPr>
          <a:xfrm>
            <a:off x="-1" y="0"/>
            <a:ext cx="12192000" cy="3429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99" name="Google Shape;199;p50"/>
          <p:cNvSpPr txBox="1"/>
          <p:nvPr>
            <p:ph idx="1" type="body"/>
          </p:nvPr>
        </p:nvSpPr>
        <p:spPr>
          <a:xfrm>
            <a:off x="5268036" y="3579702"/>
            <a:ext cx="6298442" cy="2620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50"/>
          <p:cNvSpPr txBox="1"/>
          <p:nvPr>
            <p:ph idx="11" type="ftr"/>
          </p:nvPr>
        </p:nvSpPr>
        <p:spPr>
          <a:xfrm>
            <a:off x="5262666" y="6442872"/>
            <a:ext cx="1968375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50"/>
          <p:cNvSpPr txBox="1"/>
          <p:nvPr>
            <p:ph idx="10" type="dt"/>
          </p:nvPr>
        </p:nvSpPr>
        <p:spPr>
          <a:xfrm>
            <a:off x="7697040" y="6442872"/>
            <a:ext cx="2295997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0"/>
          <p:cNvSpPr txBox="1"/>
          <p:nvPr>
            <p:ph idx="12" type="sldNum"/>
          </p:nvPr>
        </p:nvSpPr>
        <p:spPr>
          <a:xfrm>
            <a:off x="11137271" y="6442873"/>
            <a:ext cx="429207" cy="37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3">
  <p:cSld name="Content with Picture 1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1"/>
          <p:cNvSpPr txBox="1"/>
          <p:nvPr>
            <p:ph type="title"/>
          </p:nvPr>
        </p:nvSpPr>
        <p:spPr>
          <a:xfrm>
            <a:off x="512064" y="621792"/>
            <a:ext cx="4428700" cy="2601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51"/>
          <p:cNvSpPr txBox="1"/>
          <p:nvPr>
            <p:ph idx="11" type="ftr"/>
          </p:nvPr>
        </p:nvSpPr>
        <p:spPr>
          <a:xfrm>
            <a:off x="530352" y="110364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1"/>
          <p:cNvSpPr txBox="1"/>
          <p:nvPr>
            <p:ph idx="10" type="dt"/>
          </p:nvPr>
        </p:nvSpPr>
        <p:spPr>
          <a:xfrm>
            <a:off x="5264400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1"/>
          <p:cNvSpPr txBox="1"/>
          <p:nvPr>
            <p:ph idx="12" type="sldNum"/>
          </p:nvPr>
        </p:nvSpPr>
        <p:spPr>
          <a:xfrm>
            <a:off x="11136179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51"/>
          <p:cNvSpPr txBox="1"/>
          <p:nvPr>
            <p:ph idx="1" type="body"/>
          </p:nvPr>
        </p:nvSpPr>
        <p:spPr>
          <a:xfrm>
            <a:off x="5266944" y="603504"/>
            <a:ext cx="6298442" cy="2601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9" name="Google Shape;209;p51"/>
          <p:cNvPicPr preferRelativeResize="0"/>
          <p:nvPr>
            <p:ph idx="2" type="pic"/>
          </p:nvPr>
        </p:nvPicPr>
        <p:blipFill/>
        <p:spPr>
          <a:xfrm>
            <a:off x="-1" y="3429000"/>
            <a:ext cx="12192000" cy="3429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4">
  <p:cSld name="Content with Picture 14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"/>
          <p:cNvSpPr txBox="1"/>
          <p:nvPr>
            <p:ph type="title"/>
          </p:nvPr>
        </p:nvSpPr>
        <p:spPr>
          <a:xfrm>
            <a:off x="512063" y="621792"/>
            <a:ext cx="6680347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52"/>
          <p:cNvSpPr txBox="1"/>
          <p:nvPr>
            <p:ph idx="1" type="body"/>
          </p:nvPr>
        </p:nvSpPr>
        <p:spPr>
          <a:xfrm>
            <a:off x="530351" y="3005447"/>
            <a:ext cx="6680345" cy="3230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3" name="Google Shape;213;p52"/>
          <p:cNvPicPr preferRelativeResize="0"/>
          <p:nvPr>
            <p:ph idx="2" type="pic"/>
          </p:nvPr>
        </p:nvPicPr>
        <p:blipFill/>
        <p:spPr>
          <a:xfrm>
            <a:off x="7424382" y="136478"/>
            <a:ext cx="4612943" cy="609973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14" name="Google Shape;214;p52"/>
          <p:cNvSpPr txBox="1"/>
          <p:nvPr>
            <p:ph idx="11" type="ftr"/>
          </p:nvPr>
        </p:nvSpPr>
        <p:spPr>
          <a:xfrm>
            <a:off x="530352" y="6462179"/>
            <a:ext cx="1968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2"/>
          <p:cNvSpPr txBox="1"/>
          <p:nvPr>
            <p:ph idx="10" type="dt"/>
          </p:nvPr>
        </p:nvSpPr>
        <p:spPr>
          <a:xfrm>
            <a:off x="7328846" y="6492875"/>
            <a:ext cx="32703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2"/>
          <p:cNvSpPr txBox="1"/>
          <p:nvPr>
            <p:ph idx="12" type="sldNum"/>
          </p:nvPr>
        </p:nvSpPr>
        <p:spPr>
          <a:xfrm>
            <a:off x="11762793" y="646217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5">
  <p:cSld name="Content with Picture 15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3"/>
          <p:cNvSpPr txBox="1"/>
          <p:nvPr>
            <p:ph type="title"/>
          </p:nvPr>
        </p:nvSpPr>
        <p:spPr>
          <a:xfrm>
            <a:off x="512064" y="621792"/>
            <a:ext cx="5358019" cy="1840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3"/>
          <p:cNvSpPr txBox="1"/>
          <p:nvPr>
            <p:ph idx="1" type="body"/>
          </p:nvPr>
        </p:nvSpPr>
        <p:spPr>
          <a:xfrm>
            <a:off x="530352" y="2843784"/>
            <a:ext cx="5358019" cy="3289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53"/>
          <p:cNvSpPr txBox="1"/>
          <p:nvPr>
            <p:ph idx="11" type="ftr"/>
          </p:nvPr>
        </p:nvSpPr>
        <p:spPr>
          <a:xfrm>
            <a:off x="6192658" y="117098"/>
            <a:ext cx="33232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3"/>
          <p:cNvSpPr txBox="1"/>
          <p:nvPr>
            <p:ph idx="12" type="sldNum"/>
          </p:nvPr>
        </p:nvSpPr>
        <p:spPr>
          <a:xfrm>
            <a:off x="11240279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2" name="Google Shape;222;p53"/>
          <p:cNvPicPr preferRelativeResize="0"/>
          <p:nvPr>
            <p:ph idx="2" type="pic"/>
          </p:nvPr>
        </p:nvPicPr>
        <p:blipFill/>
        <p:spPr>
          <a:xfrm>
            <a:off x="6303631" y="2843784"/>
            <a:ext cx="5243935" cy="3289253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6">
  <p:cSld name="Content with Picture 16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4"/>
          <p:cNvSpPr txBox="1"/>
          <p:nvPr>
            <p:ph type="title"/>
          </p:nvPr>
        </p:nvSpPr>
        <p:spPr>
          <a:xfrm>
            <a:off x="512064" y="631710"/>
            <a:ext cx="11032239" cy="111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5" name="Google Shape;225;p54"/>
          <p:cNvPicPr preferRelativeResize="0"/>
          <p:nvPr>
            <p:ph idx="2" type="pic"/>
          </p:nvPr>
        </p:nvPicPr>
        <p:blipFill/>
        <p:spPr>
          <a:xfrm>
            <a:off x="109181" y="2115403"/>
            <a:ext cx="5786651" cy="4671431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26" name="Google Shape;226;p54"/>
          <p:cNvSpPr txBox="1"/>
          <p:nvPr>
            <p:ph idx="1" type="body"/>
          </p:nvPr>
        </p:nvSpPr>
        <p:spPr>
          <a:xfrm>
            <a:off x="6190488" y="2115403"/>
            <a:ext cx="5353815" cy="4110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54"/>
          <p:cNvSpPr txBox="1"/>
          <p:nvPr>
            <p:ph idx="11" type="ftr"/>
          </p:nvPr>
        </p:nvSpPr>
        <p:spPr>
          <a:xfrm>
            <a:off x="6177425" y="6428984"/>
            <a:ext cx="4467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4"/>
          <p:cNvSpPr txBox="1"/>
          <p:nvPr>
            <p:ph idx="12" type="sldNum"/>
          </p:nvPr>
        </p:nvSpPr>
        <p:spPr>
          <a:xfrm>
            <a:off x="10926847" y="6421709"/>
            <a:ext cx="617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7">
  <p:cSld name="Content with Picture 17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5"/>
          <p:cNvSpPr txBox="1"/>
          <p:nvPr>
            <p:ph type="title"/>
          </p:nvPr>
        </p:nvSpPr>
        <p:spPr>
          <a:xfrm>
            <a:off x="512064" y="621792"/>
            <a:ext cx="3528795" cy="1875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55"/>
          <p:cNvPicPr preferRelativeResize="0"/>
          <p:nvPr>
            <p:ph idx="2" type="pic"/>
          </p:nvPr>
        </p:nvPicPr>
        <p:blipFill/>
        <p:spPr>
          <a:xfrm>
            <a:off x="649183" y="2890640"/>
            <a:ext cx="3424181" cy="334245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32" name="Google Shape;232;p55"/>
          <p:cNvSpPr txBox="1"/>
          <p:nvPr>
            <p:ph idx="1" type="body"/>
          </p:nvPr>
        </p:nvSpPr>
        <p:spPr>
          <a:xfrm>
            <a:off x="4312351" y="603504"/>
            <a:ext cx="7215984" cy="5558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55"/>
          <p:cNvSpPr txBox="1"/>
          <p:nvPr>
            <p:ph idx="11" type="ftr"/>
          </p:nvPr>
        </p:nvSpPr>
        <p:spPr>
          <a:xfrm>
            <a:off x="545926" y="643828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5"/>
          <p:cNvSpPr txBox="1"/>
          <p:nvPr>
            <p:ph idx="10" type="dt"/>
          </p:nvPr>
        </p:nvSpPr>
        <p:spPr>
          <a:xfrm>
            <a:off x="6190488" y="6432496"/>
            <a:ext cx="25440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5"/>
          <p:cNvSpPr txBox="1"/>
          <p:nvPr>
            <p:ph idx="12" type="sldNum"/>
          </p:nvPr>
        </p:nvSpPr>
        <p:spPr>
          <a:xfrm>
            <a:off x="11099128" y="643828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8">
  <p:cSld name="Content with Picture 18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6"/>
          <p:cNvSpPr txBox="1"/>
          <p:nvPr>
            <p:ph type="title"/>
          </p:nvPr>
        </p:nvSpPr>
        <p:spPr>
          <a:xfrm>
            <a:off x="501348" y="644000"/>
            <a:ext cx="2594550" cy="1877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8" name="Google Shape;238;p56"/>
          <p:cNvPicPr preferRelativeResize="0"/>
          <p:nvPr>
            <p:ph idx="2" type="pic"/>
          </p:nvPr>
        </p:nvPicPr>
        <p:blipFill/>
        <p:spPr>
          <a:xfrm>
            <a:off x="606740" y="2899954"/>
            <a:ext cx="3610418" cy="3314046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39" name="Google Shape;239;p56"/>
          <p:cNvSpPr txBox="1"/>
          <p:nvPr>
            <p:ph idx="1" type="body"/>
          </p:nvPr>
        </p:nvSpPr>
        <p:spPr>
          <a:xfrm>
            <a:off x="4402183" y="644000"/>
            <a:ext cx="7183078" cy="557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56"/>
          <p:cNvSpPr txBox="1"/>
          <p:nvPr>
            <p:ph idx="11" type="ftr"/>
          </p:nvPr>
        </p:nvSpPr>
        <p:spPr>
          <a:xfrm>
            <a:off x="545926" y="643828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56"/>
          <p:cNvSpPr txBox="1"/>
          <p:nvPr>
            <p:ph idx="10" type="dt"/>
          </p:nvPr>
        </p:nvSpPr>
        <p:spPr>
          <a:xfrm>
            <a:off x="6190488" y="6432496"/>
            <a:ext cx="25440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56"/>
          <p:cNvSpPr txBox="1"/>
          <p:nvPr>
            <p:ph idx="12" type="sldNum"/>
          </p:nvPr>
        </p:nvSpPr>
        <p:spPr>
          <a:xfrm>
            <a:off x="11099128" y="643828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9">
  <p:cSld name="Content with Picture 19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7"/>
          <p:cNvSpPr txBox="1"/>
          <p:nvPr>
            <p:ph type="title"/>
          </p:nvPr>
        </p:nvSpPr>
        <p:spPr>
          <a:xfrm>
            <a:off x="522513" y="2096349"/>
            <a:ext cx="5332001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57"/>
          <p:cNvSpPr txBox="1"/>
          <p:nvPr>
            <p:ph idx="1" type="body"/>
          </p:nvPr>
        </p:nvSpPr>
        <p:spPr>
          <a:xfrm>
            <a:off x="6190488" y="2096349"/>
            <a:ext cx="5332001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57"/>
          <p:cNvSpPr txBox="1"/>
          <p:nvPr>
            <p:ph idx="11" type="ftr"/>
          </p:nvPr>
        </p:nvSpPr>
        <p:spPr>
          <a:xfrm>
            <a:off x="522514" y="6446399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57"/>
          <p:cNvSpPr txBox="1"/>
          <p:nvPr>
            <p:ph idx="10" type="dt"/>
          </p:nvPr>
        </p:nvSpPr>
        <p:spPr>
          <a:xfrm>
            <a:off x="6192520" y="6446399"/>
            <a:ext cx="25334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57"/>
          <p:cNvSpPr txBox="1"/>
          <p:nvPr>
            <p:ph idx="12" type="sldNum"/>
          </p:nvPr>
        </p:nvSpPr>
        <p:spPr>
          <a:xfrm>
            <a:off x="11240279" y="644639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9" name="Google Shape;249;p57"/>
          <p:cNvPicPr preferRelativeResize="0"/>
          <p:nvPr>
            <p:ph idx="2" type="pic"/>
          </p:nvPr>
        </p:nvPicPr>
        <p:blipFill/>
        <p:spPr>
          <a:xfrm>
            <a:off x="0" y="0"/>
            <a:ext cx="12192000" cy="1842448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0">
  <p:cSld name="Content with Picture 20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8"/>
          <p:cNvSpPr txBox="1"/>
          <p:nvPr>
            <p:ph type="title"/>
          </p:nvPr>
        </p:nvSpPr>
        <p:spPr>
          <a:xfrm>
            <a:off x="0" y="96757"/>
            <a:ext cx="6400800" cy="14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58"/>
          <p:cNvSpPr txBox="1"/>
          <p:nvPr>
            <p:ph idx="1" type="body"/>
          </p:nvPr>
        </p:nvSpPr>
        <p:spPr>
          <a:xfrm>
            <a:off x="0" y="2844166"/>
            <a:ext cx="6400800" cy="39990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58"/>
          <p:cNvSpPr txBox="1"/>
          <p:nvPr>
            <p:ph idx="11" type="ftr"/>
          </p:nvPr>
        </p:nvSpPr>
        <p:spPr>
          <a:xfrm>
            <a:off x="7691214" y="109728"/>
            <a:ext cx="3840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58"/>
          <p:cNvSpPr txBox="1"/>
          <p:nvPr>
            <p:ph idx="12" type="sldNum"/>
          </p:nvPr>
        </p:nvSpPr>
        <p:spPr>
          <a:xfrm>
            <a:off x="11759184" y="109728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5" name="Google Shape;255;p58"/>
          <p:cNvPicPr preferRelativeResize="0"/>
          <p:nvPr>
            <p:ph idx="2" type="pic"/>
          </p:nvPr>
        </p:nvPicPr>
        <p:blipFill/>
        <p:spPr>
          <a:xfrm>
            <a:off x="7805393" y="843539"/>
            <a:ext cx="4120983" cy="5761544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1" type="picTx">
  <p:cSld name="PICTURE_WITH_CAPTION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9"/>
          <p:cNvSpPr txBox="1"/>
          <p:nvPr>
            <p:ph type="title"/>
          </p:nvPr>
        </p:nvSpPr>
        <p:spPr>
          <a:xfrm>
            <a:off x="-18288" y="1005840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59"/>
          <p:cNvSpPr txBox="1"/>
          <p:nvPr>
            <p:ph idx="11" type="ftr"/>
          </p:nvPr>
        </p:nvSpPr>
        <p:spPr>
          <a:xfrm>
            <a:off x="0" y="100701"/>
            <a:ext cx="49720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59"/>
          <p:cNvSpPr txBox="1"/>
          <p:nvPr>
            <p:ph idx="10" type="dt"/>
          </p:nvPr>
        </p:nvSpPr>
        <p:spPr>
          <a:xfrm>
            <a:off x="5258952" y="100701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59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59"/>
          <p:cNvSpPr txBox="1"/>
          <p:nvPr>
            <p:ph idx="1" type="body"/>
          </p:nvPr>
        </p:nvSpPr>
        <p:spPr>
          <a:xfrm>
            <a:off x="0" y="3402064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262" name="Google Shape;262;p59"/>
          <p:cNvPicPr preferRelativeResize="0"/>
          <p:nvPr>
            <p:ph idx="2" type="pic"/>
          </p:nvPr>
        </p:nvPicPr>
        <p:blipFill/>
        <p:spPr>
          <a:xfrm>
            <a:off x="5366157" y="832104"/>
            <a:ext cx="6707160" cy="5917042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">
  <p:cSld name="Number Large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0"/>
          <p:cNvSpPr txBox="1"/>
          <p:nvPr>
            <p:ph type="title"/>
          </p:nvPr>
        </p:nvSpPr>
        <p:spPr>
          <a:xfrm>
            <a:off x="0" y="5504688"/>
            <a:ext cx="5902657" cy="1353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0"/>
          <p:cNvSpPr txBox="1"/>
          <p:nvPr>
            <p:ph idx="1" type="body"/>
          </p:nvPr>
        </p:nvSpPr>
        <p:spPr>
          <a:xfrm>
            <a:off x="-54591" y="-156950"/>
            <a:ext cx="5957248" cy="4510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b="0" i="0" sz="1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66" name="Google Shape;266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0101" y="58521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60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2">
  <p:cSld name="Number Large 2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1"/>
          <p:cNvSpPr txBox="1"/>
          <p:nvPr>
            <p:ph type="title"/>
          </p:nvPr>
        </p:nvSpPr>
        <p:spPr>
          <a:xfrm>
            <a:off x="0" y="5861712"/>
            <a:ext cx="5902657" cy="99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0" name="Google Shape;270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0101" y="58521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1"/>
          <p:cNvSpPr txBox="1"/>
          <p:nvPr>
            <p:ph idx="11" type="ftr"/>
          </p:nvPr>
        </p:nvSpPr>
        <p:spPr>
          <a:xfrm>
            <a:off x="14501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61"/>
          <p:cNvSpPr txBox="1"/>
          <p:nvPr>
            <p:ph idx="10" type="dt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61"/>
          <p:cNvSpPr txBox="1"/>
          <p:nvPr>
            <p:ph idx="12" type="sldNum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61"/>
          <p:cNvSpPr txBox="1"/>
          <p:nvPr>
            <p:ph idx="1" type="body"/>
          </p:nvPr>
        </p:nvSpPr>
        <p:spPr>
          <a:xfrm>
            <a:off x="-71651" y="975814"/>
            <a:ext cx="6045958" cy="45105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b="0" i="0" sz="1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3">
  <p:cSld name="Number Large 3"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2"/>
          <p:cNvSpPr/>
          <p:nvPr/>
        </p:nvSpPr>
        <p:spPr>
          <a:xfrm>
            <a:off x="8519421" y="3176277"/>
            <a:ext cx="3557904" cy="3557904"/>
          </a:xfrm>
          <a:prstGeom prst="ellipse">
            <a:avLst/>
          </a:prstGeom>
          <a:noFill/>
          <a:ln cap="flat" cmpd="sng" w="15875">
            <a:solidFill>
              <a:srgbClr val="464E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2"/>
          <p:cNvSpPr txBox="1"/>
          <p:nvPr>
            <p:ph type="title"/>
          </p:nvPr>
        </p:nvSpPr>
        <p:spPr>
          <a:xfrm>
            <a:off x="0" y="5504688"/>
            <a:ext cx="5902657" cy="1353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62"/>
          <p:cNvSpPr txBox="1"/>
          <p:nvPr>
            <p:ph idx="1" type="body"/>
          </p:nvPr>
        </p:nvSpPr>
        <p:spPr>
          <a:xfrm>
            <a:off x="-54591" y="-156950"/>
            <a:ext cx="5957248" cy="4510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b="0" i="0" sz="1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62"/>
          <p:cNvSpPr txBox="1"/>
          <p:nvPr>
            <p:ph idx="10" type="dt"/>
          </p:nvPr>
        </p:nvSpPr>
        <p:spPr>
          <a:xfrm>
            <a:off x="6190488" y="100701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62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4">
  <p:cSld name="Number Large 4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5400000">
            <a:off x="11365053" y="99445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63"/>
          <p:cNvSpPr txBox="1"/>
          <p:nvPr>
            <p:ph type="title"/>
          </p:nvPr>
        </p:nvSpPr>
        <p:spPr>
          <a:xfrm>
            <a:off x="6217306" y="1406493"/>
            <a:ext cx="5355995" cy="4175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63"/>
          <p:cNvSpPr txBox="1"/>
          <p:nvPr>
            <p:ph idx="10" type="dt"/>
          </p:nvPr>
        </p:nvSpPr>
        <p:spPr>
          <a:xfrm>
            <a:off x="0" y="99445"/>
            <a:ext cx="3345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63"/>
          <p:cNvSpPr txBox="1"/>
          <p:nvPr>
            <p:ph idx="1" type="body"/>
          </p:nvPr>
        </p:nvSpPr>
        <p:spPr>
          <a:xfrm>
            <a:off x="478217" y="1378424"/>
            <a:ext cx="5424440" cy="46061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b="0" i="0" sz="1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63"/>
          <p:cNvSpPr txBox="1"/>
          <p:nvPr>
            <p:ph idx="12" type="sldNum"/>
          </p:nvPr>
        </p:nvSpPr>
        <p:spPr>
          <a:xfrm>
            <a:off x="11762793" y="639343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4"/>
          <p:cNvSpPr txBox="1"/>
          <p:nvPr>
            <p:ph type="title"/>
          </p:nvPr>
        </p:nvSpPr>
        <p:spPr>
          <a:xfrm>
            <a:off x="612648" y="-1133856"/>
            <a:ext cx="10652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9" name="Google Shape;289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6453" y="58521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64"/>
          <p:cNvSpPr txBox="1"/>
          <p:nvPr>
            <p:ph idx="11" type="ftr"/>
          </p:nvPr>
        </p:nvSpPr>
        <p:spPr>
          <a:xfrm>
            <a:off x="14501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64"/>
          <p:cNvSpPr txBox="1"/>
          <p:nvPr>
            <p:ph idx="10" type="dt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64"/>
          <p:cNvSpPr txBox="1"/>
          <p:nvPr>
            <p:ph idx="12" type="sldNum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64"/>
          <p:cNvSpPr txBox="1"/>
          <p:nvPr>
            <p:ph idx="1" type="body"/>
          </p:nvPr>
        </p:nvSpPr>
        <p:spPr>
          <a:xfrm>
            <a:off x="-17470" y="1016759"/>
            <a:ext cx="10082693" cy="58412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tatement 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5"/>
          <p:cNvSpPr txBox="1"/>
          <p:nvPr>
            <p:ph type="title"/>
          </p:nvPr>
        </p:nvSpPr>
        <p:spPr>
          <a:xfrm>
            <a:off x="572250" y="-1052833"/>
            <a:ext cx="10652760" cy="970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65"/>
          <p:cNvSpPr txBox="1"/>
          <p:nvPr>
            <p:ph idx="1" type="body"/>
          </p:nvPr>
        </p:nvSpPr>
        <p:spPr>
          <a:xfrm>
            <a:off x="-17470" y="81888"/>
            <a:ext cx="8206127" cy="4667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0" sz="5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7" name="Google Shape;297;p65"/>
          <p:cNvSpPr txBox="1"/>
          <p:nvPr>
            <p:ph idx="12" type="sldNum"/>
          </p:nvPr>
        </p:nvSpPr>
        <p:spPr>
          <a:xfrm>
            <a:off x="11762793" y="109728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65"/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cap="flat" cmpd="sng" w="15875">
            <a:solidFill>
              <a:srgbClr val="464E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5"/>
          <p:cNvSpPr txBox="1"/>
          <p:nvPr>
            <p:ph idx="11" type="ftr"/>
          </p:nvPr>
        </p:nvSpPr>
        <p:spPr>
          <a:xfrm>
            <a:off x="0" y="6411675"/>
            <a:ext cx="58986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65"/>
          <p:cNvSpPr txBox="1"/>
          <p:nvPr>
            <p:ph idx="10" type="dt"/>
          </p:nvPr>
        </p:nvSpPr>
        <p:spPr>
          <a:xfrm>
            <a:off x="6217920" y="6411675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Statement 3">
    <p:bg>
      <p:bgPr>
        <a:solidFill>
          <a:schemeClr val="dk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6"/>
          <p:cNvSpPr txBox="1"/>
          <p:nvPr>
            <p:ph type="title"/>
          </p:nvPr>
        </p:nvSpPr>
        <p:spPr>
          <a:xfrm>
            <a:off x="572250" y="-1215532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3" name="Google Shape;30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6453" y="58521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66"/>
          <p:cNvSpPr txBox="1"/>
          <p:nvPr>
            <p:ph idx="11" type="ftr"/>
          </p:nvPr>
        </p:nvSpPr>
        <p:spPr>
          <a:xfrm>
            <a:off x="0" y="100701"/>
            <a:ext cx="58986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66"/>
          <p:cNvSpPr txBox="1"/>
          <p:nvPr>
            <p:ph idx="10" type="dt"/>
          </p:nvPr>
        </p:nvSpPr>
        <p:spPr>
          <a:xfrm>
            <a:off x="6190488" y="100701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66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66"/>
          <p:cNvSpPr txBox="1"/>
          <p:nvPr>
            <p:ph idx="1" type="body"/>
          </p:nvPr>
        </p:nvSpPr>
        <p:spPr>
          <a:xfrm>
            <a:off x="-17470" y="1016759"/>
            <a:ext cx="10082693" cy="58412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b="0" sz="56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b="0" sz="56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b="0" sz="56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b="0" sz="56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b="0" sz="5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3347" y="58521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7"/>
          <p:cNvSpPr txBox="1"/>
          <p:nvPr>
            <p:ph type="title"/>
          </p:nvPr>
        </p:nvSpPr>
        <p:spPr>
          <a:xfrm>
            <a:off x="-1" y="5899926"/>
            <a:ext cx="5902657" cy="958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67"/>
          <p:cNvSpPr txBox="1"/>
          <p:nvPr>
            <p:ph idx="1" type="body"/>
          </p:nvPr>
        </p:nvSpPr>
        <p:spPr>
          <a:xfrm>
            <a:off x="-18288" y="95534"/>
            <a:ext cx="8961120" cy="4476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2" name="Google Shape;312;p67"/>
          <p:cNvSpPr txBox="1"/>
          <p:nvPr>
            <p:ph idx="12" type="sldNum"/>
          </p:nvPr>
        </p:nvSpPr>
        <p:spPr>
          <a:xfrm>
            <a:off x="11762793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67"/>
          <p:cNvSpPr txBox="1"/>
          <p:nvPr>
            <p:ph idx="11" type="ftr"/>
          </p:nvPr>
        </p:nvSpPr>
        <p:spPr>
          <a:xfrm>
            <a:off x="6193030" y="6392564"/>
            <a:ext cx="31048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Quote 2"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8"/>
          <p:cNvSpPr/>
          <p:nvPr/>
        </p:nvSpPr>
        <p:spPr>
          <a:xfrm>
            <a:off x="8519421" y="3176277"/>
            <a:ext cx="3557904" cy="3557904"/>
          </a:xfrm>
          <a:prstGeom prst="ellipse">
            <a:avLst/>
          </a:prstGeom>
          <a:noFill/>
          <a:ln cap="flat" cmpd="sng" w="15875">
            <a:solidFill>
              <a:srgbClr val="464E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8"/>
          <p:cNvSpPr txBox="1"/>
          <p:nvPr>
            <p:ph type="title"/>
          </p:nvPr>
        </p:nvSpPr>
        <p:spPr>
          <a:xfrm>
            <a:off x="0" y="5940870"/>
            <a:ext cx="5902657" cy="9103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68"/>
          <p:cNvSpPr txBox="1"/>
          <p:nvPr>
            <p:ph idx="1" type="body"/>
          </p:nvPr>
        </p:nvSpPr>
        <p:spPr>
          <a:xfrm>
            <a:off x="0" y="95533"/>
            <a:ext cx="5902657" cy="5001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8" name="Google Shape;318;p68"/>
          <p:cNvSpPr txBox="1"/>
          <p:nvPr>
            <p:ph idx="11" type="ftr"/>
          </p:nvPr>
        </p:nvSpPr>
        <p:spPr>
          <a:xfrm>
            <a:off x="6190488" y="100701"/>
            <a:ext cx="53406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68"/>
          <p:cNvSpPr txBox="1"/>
          <p:nvPr>
            <p:ph idx="10" type="dt"/>
          </p:nvPr>
        </p:nvSpPr>
        <p:spPr>
          <a:xfrm>
            <a:off x="6190488" y="6362968"/>
            <a:ext cx="25117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68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Quote 3">
    <p:bg>
      <p:bgPr>
        <a:solidFill>
          <a:schemeClr val="dk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42940" y="95534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69"/>
          <p:cNvSpPr txBox="1"/>
          <p:nvPr>
            <p:ph type="title"/>
          </p:nvPr>
        </p:nvSpPr>
        <p:spPr>
          <a:xfrm>
            <a:off x="-1" y="5899926"/>
            <a:ext cx="5902657" cy="958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69"/>
          <p:cNvSpPr txBox="1"/>
          <p:nvPr>
            <p:ph idx="1" type="body"/>
          </p:nvPr>
        </p:nvSpPr>
        <p:spPr>
          <a:xfrm>
            <a:off x="0" y="95534"/>
            <a:ext cx="8961120" cy="4476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5" name="Google Shape;325;p69"/>
          <p:cNvSpPr txBox="1"/>
          <p:nvPr>
            <p:ph idx="10" type="dt"/>
          </p:nvPr>
        </p:nvSpPr>
        <p:spPr>
          <a:xfrm>
            <a:off x="6217920" y="6397341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69"/>
          <p:cNvSpPr txBox="1"/>
          <p:nvPr>
            <p:ph idx="12" type="sldNum"/>
          </p:nvPr>
        </p:nvSpPr>
        <p:spPr>
          <a:xfrm>
            <a:off x="11762793" y="639734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4">
  <p:cSld name="Quote 4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0"/>
          <p:cNvSpPr txBox="1"/>
          <p:nvPr>
            <p:ph type="title"/>
          </p:nvPr>
        </p:nvSpPr>
        <p:spPr>
          <a:xfrm>
            <a:off x="0" y="5400504"/>
            <a:ext cx="7462853" cy="1443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70"/>
          <p:cNvSpPr txBox="1"/>
          <p:nvPr>
            <p:ph idx="1" type="body"/>
          </p:nvPr>
        </p:nvSpPr>
        <p:spPr>
          <a:xfrm>
            <a:off x="-18288" y="91440"/>
            <a:ext cx="7490285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0" name="Google Shape;330;p70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5">
  <p:cSld name="Quote 5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1"/>
          <p:cNvSpPr txBox="1"/>
          <p:nvPr>
            <p:ph type="title"/>
          </p:nvPr>
        </p:nvSpPr>
        <p:spPr>
          <a:xfrm>
            <a:off x="6002866" y="5117083"/>
            <a:ext cx="6053559" cy="16184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3" name="Google Shape;333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0461" y="5902452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71"/>
          <p:cNvSpPr txBox="1"/>
          <p:nvPr>
            <p:ph idx="11" type="ftr"/>
          </p:nvPr>
        </p:nvSpPr>
        <p:spPr>
          <a:xfrm>
            <a:off x="0" y="100701"/>
            <a:ext cx="58986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71"/>
          <p:cNvSpPr txBox="1"/>
          <p:nvPr>
            <p:ph idx="10" type="dt"/>
          </p:nvPr>
        </p:nvSpPr>
        <p:spPr>
          <a:xfrm>
            <a:off x="6217920" y="100701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71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71"/>
          <p:cNvSpPr txBox="1"/>
          <p:nvPr>
            <p:ph idx="1" type="body"/>
          </p:nvPr>
        </p:nvSpPr>
        <p:spPr>
          <a:xfrm>
            <a:off x="5967194" y="1040130"/>
            <a:ext cx="6089232" cy="36941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2"/>
          <p:cNvSpPr txBox="1"/>
          <p:nvPr>
            <p:ph type="title"/>
          </p:nvPr>
        </p:nvSpPr>
        <p:spPr>
          <a:xfrm>
            <a:off x="502920" y="644663"/>
            <a:ext cx="11045952" cy="1088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72"/>
          <p:cNvSpPr txBox="1"/>
          <p:nvPr>
            <p:ph idx="11" type="ftr"/>
          </p:nvPr>
        </p:nvSpPr>
        <p:spPr>
          <a:xfrm>
            <a:off x="530352" y="109728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72"/>
          <p:cNvSpPr txBox="1"/>
          <p:nvPr>
            <p:ph idx="10" type="dt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72"/>
          <p:cNvSpPr txBox="1"/>
          <p:nvPr>
            <p:ph idx="12" type="sldNum"/>
          </p:nvPr>
        </p:nvSpPr>
        <p:spPr>
          <a:xfrm>
            <a:off x="11231928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type="blank">
  <p:cSld name="BLANK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3"/>
          <p:cNvSpPr txBox="1"/>
          <p:nvPr>
            <p:ph idx="11" type="ftr"/>
          </p:nvPr>
        </p:nvSpPr>
        <p:spPr>
          <a:xfrm>
            <a:off x="0" y="100701"/>
            <a:ext cx="58986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73"/>
          <p:cNvSpPr txBox="1"/>
          <p:nvPr>
            <p:ph idx="10" type="dt"/>
          </p:nvPr>
        </p:nvSpPr>
        <p:spPr>
          <a:xfrm>
            <a:off x="6217920" y="100701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73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4"/>
          <p:cNvSpPr txBox="1"/>
          <p:nvPr>
            <p:ph type="title"/>
          </p:nvPr>
        </p:nvSpPr>
        <p:spPr>
          <a:xfrm>
            <a:off x="0" y="1005840"/>
            <a:ext cx="4387515" cy="226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74"/>
          <p:cNvSpPr txBox="1"/>
          <p:nvPr>
            <p:ph idx="11" type="ftr"/>
          </p:nvPr>
        </p:nvSpPr>
        <p:spPr>
          <a:xfrm>
            <a:off x="0" y="100701"/>
            <a:ext cx="58986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74"/>
          <p:cNvSpPr txBox="1"/>
          <p:nvPr>
            <p:ph idx="10" type="dt"/>
          </p:nvPr>
        </p:nvSpPr>
        <p:spPr>
          <a:xfrm>
            <a:off x="6217920" y="100701"/>
            <a:ext cx="53320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74"/>
          <p:cNvSpPr txBox="1"/>
          <p:nvPr>
            <p:ph idx="12" type="sldNum"/>
          </p:nvPr>
        </p:nvSpPr>
        <p:spPr>
          <a:xfrm>
            <a:off x="11762793" y="100701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74"/>
          <p:cNvSpPr txBox="1"/>
          <p:nvPr>
            <p:ph idx="1" type="body"/>
          </p:nvPr>
        </p:nvSpPr>
        <p:spPr>
          <a:xfrm>
            <a:off x="-1" y="3951334"/>
            <a:ext cx="4387515" cy="2809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53" name="Google Shape;353;p74"/>
          <p:cNvSpPr txBox="1"/>
          <p:nvPr>
            <p:ph idx="2" type="body"/>
          </p:nvPr>
        </p:nvSpPr>
        <p:spPr>
          <a:xfrm>
            <a:off x="4884821" y="1005840"/>
            <a:ext cx="7217472" cy="5755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5"/>
          <p:cNvSpPr txBox="1"/>
          <p:nvPr>
            <p:ph type="title"/>
          </p:nvPr>
        </p:nvSpPr>
        <p:spPr>
          <a:xfrm>
            <a:off x="0" y="1748588"/>
            <a:ext cx="5895375" cy="51094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75"/>
          <p:cNvSpPr txBox="1"/>
          <p:nvPr>
            <p:ph idx="1" type="body"/>
          </p:nvPr>
        </p:nvSpPr>
        <p:spPr>
          <a:xfrm>
            <a:off x="0" y="94648"/>
            <a:ext cx="4572000" cy="1276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57" name="Google Shape;357;p75"/>
          <p:cNvPicPr preferRelativeResize="0"/>
          <p:nvPr>
            <p:ph idx="2" type="pic"/>
          </p:nvPr>
        </p:nvPicPr>
        <p:blipFill/>
        <p:spPr>
          <a:xfrm>
            <a:off x="6096000" y="0"/>
            <a:ext cx="609600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358" name="Google Shape;35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3855" y="94648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>
  <p:cSld name="Conclusion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6"/>
          <p:cNvSpPr txBox="1"/>
          <p:nvPr>
            <p:ph type="title"/>
          </p:nvPr>
        </p:nvSpPr>
        <p:spPr>
          <a:xfrm>
            <a:off x="545926" y="655093"/>
            <a:ext cx="10982409" cy="1528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76"/>
          <p:cNvSpPr txBox="1"/>
          <p:nvPr>
            <p:ph idx="1" type="body"/>
          </p:nvPr>
        </p:nvSpPr>
        <p:spPr>
          <a:xfrm>
            <a:off x="545926" y="2497540"/>
            <a:ext cx="10982409" cy="3384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2" name="Google Shape;362;p76"/>
          <p:cNvSpPr txBox="1"/>
          <p:nvPr>
            <p:ph idx="11" type="ftr"/>
          </p:nvPr>
        </p:nvSpPr>
        <p:spPr>
          <a:xfrm>
            <a:off x="545926" y="643828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76"/>
          <p:cNvSpPr txBox="1"/>
          <p:nvPr>
            <p:ph idx="10" type="dt"/>
          </p:nvPr>
        </p:nvSpPr>
        <p:spPr>
          <a:xfrm>
            <a:off x="6190488" y="6432496"/>
            <a:ext cx="25440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76"/>
          <p:cNvSpPr txBox="1"/>
          <p:nvPr>
            <p:ph idx="12" type="sldNum"/>
          </p:nvPr>
        </p:nvSpPr>
        <p:spPr>
          <a:xfrm>
            <a:off x="11099128" y="643828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bg>
      <p:bgPr>
        <a:solidFill>
          <a:schemeClr val="dk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7"/>
          <p:cNvSpPr txBox="1"/>
          <p:nvPr>
            <p:ph type="title"/>
          </p:nvPr>
        </p:nvSpPr>
        <p:spPr>
          <a:xfrm>
            <a:off x="518615" y="2883090"/>
            <a:ext cx="7741851" cy="1842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77"/>
          <p:cNvSpPr txBox="1"/>
          <p:nvPr>
            <p:ph idx="11" type="ftr"/>
          </p:nvPr>
        </p:nvSpPr>
        <p:spPr>
          <a:xfrm>
            <a:off x="536906" y="100701"/>
            <a:ext cx="536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77"/>
          <p:cNvSpPr txBox="1"/>
          <p:nvPr>
            <p:ph idx="10" type="dt"/>
          </p:nvPr>
        </p:nvSpPr>
        <p:spPr>
          <a:xfrm>
            <a:off x="6217921" y="100701"/>
            <a:ext cx="25260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77"/>
          <p:cNvSpPr txBox="1"/>
          <p:nvPr>
            <p:ph idx="1" type="body"/>
          </p:nvPr>
        </p:nvSpPr>
        <p:spPr>
          <a:xfrm>
            <a:off x="536905" y="4922111"/>
            <a:ext cx="7741850" cy="1279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77"/>
          <p:cNvSpPr txBox="1"/>
          <p:nvPr>
            <p:ph idx="12" type="sldNum"/>
          </p:nvPr>
        </p:nvSpPr>
        <p:spPr>
          <a:xfrm>
            <a:off x="11762793" y="639217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8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8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8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8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8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8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8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8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8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77"/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theme" Target="../theme/theme1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98823"/>
          </a:scheme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0" type="dt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1" type="ftr"/>
          </p:nvPr>
        </p:nvSpPr>
        <p:spPr>
          <a:xfrm>
            <a:off x="14501" y="110364"/>
            <a:ext cx="527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0" y="1907521"/>
            <a:ext cx="12001592" cy="4840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jpg"/><Relationship Id="rId4" Type="http://schemas.openxmlformats.org/officeDocument/2006/relationships/image" Target="../media/image18.png"/><Relationship Id="rId9" Type="http://schemas.openxmlformats.org/officeDocument/2006/relationships/image" Target="../media/image16.png"/><Relationship Id="rId5" Type="http://schemas.openxmlformats.org/officeDocument/2006/relationships/image" Target="../media/image24.jpg"/><Relationship Id="rId6" Type="http://schemas.openxmlformats.org/officeDocument/2006/relationships/image" Target="../media/image23.png"/><Relationship Id="rId7" Type="http://schemas.openxmlformats.org/officeDocument/2006/relationships/image" Target="../media/image19.png"/><Relationship Id="rId8" Type="http://schemas.openxmlformats.org/officeDocument/2006/relationships/image" Target="../media/image33.png"/><Relationship Id="rId11" Type="http://schemas.openxmlformats.org/officeDocument/2006/relationships/image" Target="../media/image17.png"/><Relationship Id="rId10" Type="http://schemas.openxmlformats.org/officeDocument/2006/relationships/image" Target="../media/image28.jpg"/><Relationship Id="rId12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31.jpg"/><Relationship Id="rId7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5.jpg"/><Relationship Id="rId7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7.jpg"/><Relationship Id="rId7" Type="http://schemas.openxmlformats.org/officeDocument/2006/relationships/image" Target="../media/image26.jpg"/><Relationship Id="rId8" Type="http://schemas.openxmlformats.org/officeDocument/2006/relationships/image" Target="../media/image2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30.jpg"/><Relationship Id="rId7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259e8c57b_0_0"/>
          <p:cNvSpPr/>
          <p:nvPr/>
        </p:nvSpPr>
        <p:spPr>
          <a:xfrm>
            <a:off x="0" y="0"/>
            <a:ext cx="12198096" cy="6858000"/>
          </a:xfrm>
          <a:custGeom>
            <a:rect b="b" l="l" r="r" t="t"/>
            <a:pathLst>
              <a:path extrusionOk="0" h="4572000" w="7315200">
                <a:moveTo>
                  <a:pt x="0" y="0"/>
                </a:moveTo>
                <a:lnTo>
                  <a:pt x="7315200" y="0"/>
                </a:lnTo>
                <a:lnTo>
                  <a:pt x="7315200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99" l="-1559" r="-1559" t="-499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b259e8c57b_0_0"/>
          <p:cNvSpPr/>
          <p:nvPr/>
        </p:nvSpPr>
        <p:spPr>
          <a:xfrm flipH="1">
            <a:off x="6283388" y="2031917"/>
            <a:ext cx="6227814" cy="5680337"/>
          </a:xfrm>
          <a:custGeom>
            <a:rect b="b" l="l" r="r" t="t"/>
            <a:pathLst>
              <a:path extrusionOk="0" h="3786891" w="3734821">
                <a:moveTo>
                  <a:pt x="3734821" y="0"/>
                </a:moveTo>
                <a:lnTo>
                  <a:pt x="0" y="0"/>
                </a:lnTo>
                <a:lnTo>
                  <a:pt x="0" y="3786891"/>
                </a:lnTo>
                <a:lnTo>
                  <a:pt x="3734821" y="3786891"/>
                </a:lnTo>
                <a:lnTo>
                  <a:pt x="373482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b259e8c57b_0_0"/>
          <p:cNvSpPr/>
          <p:nvPr/>
        </p:nvSpPr>
        <p:spPr>
          <a:xfrm>
            <a:off x="8603568" y="2221896"/>
            <a:ext cx="4860544" cy="3759676"/>
          </a:xfrm>
          <a:custGeom>
            <a:rect b="b" l="l" r="r" t="t"/>
            <a:pathLst>
              <a:path extrusionOk="0" h="698500" w="812800">
                <a:moveTo>
                  <a:pt x="812800" y="349250"/>
                </a:moveTo>
                <a:lnTo>
                  <a:pt x="609600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609600" y="0"/>
                </a:lnTo>
                <a:lnTo>
                  <a:pt x="812800" y="34925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6108" r="-26098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b259e8c57b_0_0"/>
          <p:cNvSpPr/>
          <p:nvPr/>
        </p:nvSpPr>
        <p:spPr>
          <a:xfrm rot="7452207">
            <a:off x="7514263" y="-701398"/>
            <a:ext cx="4202446" cy="1601545"/>
          </a:xfrm>
          <a:custGeom>
            <a:rect b="b" l="l" r="r" t="t"/>
            <a:pathLst>
              <a:path extrusionOk="0" h="987798" w="2715327">
                <a:moveTo>
                  <a:pt x="0" y="0"/>
                </a:moveTo>
                <a:lnTo>
                  <a:pt x="2715326" y="0"/>
                </a:lnTo>
                <a:lnTo>
                  <a:pt x="2715326" y="987797"/>
                </a:lnTo>
                <a:lnTo>
                  <a:pt x="0" y="987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9897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b259e8c57b_0_0"/>
          <p:cNvSpPr/>
          <p:nvPr/>
        </p:nvSpPr>
        <p:spPr>
          <a:xfrm rot="7461376">
            <a:off x="9978538" y="-81899"/>
            <a:ext cx="2107021" cy="501995"/>
          </a:xfrm>
          <a:custGeom>
            <a:rect b="b" l="l" r="r" t="t"/>
            <a:pathLst>
              <a:path extrusionOk="0" h="309158" w="1358937">
                <a:moveTo>
                  <a:pt x="0" y="0"/>
                </a:moveTo>
                <a:lnTo>
                  <a:pt x="1358937" y="0"/>
                </a:lnTo>
                <a:lnTo>
                  <a:pt x="1358937" y="309158"/>
                </a:lnTo>
                <a:lnTo>
                  <a:pt x="0" y="30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1" name="Google Shape;381;g3b259e8c57b_0_0"/>
          <p:cNvGrpSpPr/>
          <p:nvPr/>
        </p:nvGrpSpPr>
        <p:grpSpPr>
          <a:xfrm>
            <a:off x="8155822" y="650625"/>
            <a:ext cx="1350305" cy="1215299"/>
            <a:chOff x="0" y="0"/>
            <a:chExt cx="812800" cy="812800"/>
          </a:xfrm>
        </p:grpSpPr>
        <p:sp>
          <p:nvSpPr>
            <p:cNvPr id="382" name="Google Shape;382;g3b259e8c57b_0_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g3b259e8c57b_0_0"/>
            <p:cNvSpPr txBox="1"/>
            <p:nvPr/>
          </p:nvSpPr>
          <p:spPr>
            <a:xfrm>
              <a:off x="76200" y="66675"/>
              <a:ext cx="6603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75" lIns="10875" spcFirstLastPara="1" rIns="10875" wrap="square" tIns="10875">
              <a:noAutofit/>
            </a:bodyPr>
            <a:lstStyle/>
            <a:p>
              <a:pPr indent="0" lvl="0" marL="0" marR="0" rtl="0" algn="ctr">
                <a:lnSpc>
                  <a:spcPct val="25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g3b259e8c57b_0_0"/>
          <p:cNvGrpSpPr/>
          <p:nvPr/>
        </p:nvGrpSpPr>
        <p:grpSpPr>
          <a:xfrm>
            <a:off x="-451745" y="2781444"/>
            <a:ext cx="5858831" cy="548125"/>
            <a:chOff x="0" y="0"/>
            <a:chExt cx="3911102" cy="406500"/>
          </a:xfrm>
        </p:grpSpPr>
        <p:sp>
          <p:nvSpPr>
            <p:cNvPr id="385" name="Google Shape;385;g3b259e8c57b_0_0"/>
            <p:cNvSpPr/>
            <p:nvPr/>
          </p:nvSpPr>
          <p:spPr>
            <a:xfrm>
              <a:off x="0" y="0"/>
              <a:ext cx="3911102" cy="406400"/>
            </a:xfrm>
            <a:custGeom>
              <a:rect b="b" l="l" r="r" t="t"/>
              <a:pathLst>
                <a:path extrusionOk="0" h="406400" w="3911102">
                  <a:moveTo>
                    <a:pt x="3707902" y="0"/>
                  </a:moveTo>
                  <a:cubicBezTo>
                    <a:pt x="3820126" y="0"/>
                    <a:pt x="3911102" y="90976"/>
                    <a:pt x="3911102" y="203200"/>
                  </a:cubicBezTo>
                  <a:cubicBezTo>
                    <a:pt x="3911102" y="315424"/>
                    <a:pt x="3820126" y="406400"/>
                    <a:pt x="370790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B952D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g3b259e8c57b_0_0"/>
            <p:cNvSpPr txBox="1"/>
            <p:nvPr/>
          </p:nvSpPr>
          <p:spPr>
            <a:xfrm>
              <a:off x="0" y="0"/>
              <a:ext cx="39111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75" lIns="8975" spcFirstLastPara="1" rIns="8975" wrap="square" tIns="8975">
              <a:noAutofit/>
            </a:bodyPr>
            <a:lstStyle/>
            <a:p>
              <a:pPr indent="0" lvl="0" marL="0" marR="0" rtl="0" algn="ctr">
                <a:lnSpc>
                  <a:spcPct val="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g3b259e8c57b_0_0"/>
          <p:cNvSpPr/>
          <p:nvPr/>
        </p:nvSpPr>
        <p:spPr>
          <a:xfrm>
            <a:off x="4832025" y="2867445"/>
            <a:ext cx="417914" cy="375935"/>
          </a:xfrm>
          <a:custGeom>
            <a:rect b="b" l="l" r="r" t="t"/>
            <a:pathLst>
              <a:path extrusionOk="0" h="250623" w="250623">
                <a:moveTo>
                  <a:pt x="0" y="0"/>
                </a:moveTo>
                <a:lnTo>
                  <a:pt x="250623" y="0"/>
                </a:lnTo>
                <a:lnTo>
                  <a:pt x="250623" y="250623"/>
                </a:lnTo>
                <a:lnTo>
                  <a:pt x="0" y="250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b259e8c57b_0_0"/>
          <p:cNvSpPr txBox="1"/>
          <p:nvPr/>
        </p:nvSpPr>
        <p:spPr>
          <a:xfrm>
            <a:off x="611882" y="1215753"/>
            <a:ext cx="2993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00">
                <a:solidFill>
                  <a:srgbClr val="084A5A"/>
                </a:solidFill>
                <a:latin typeface="Poppins"/>
                <a:ea typeface="Poppins"/>
                <a:cs typeface="Poppins"/>
                <a:sym typeface="Poppins"/>
              </a:rPr>
              <a:t>AI FOR</a:t>
            </a:r>
            <a:endParaRPr sz="2300"/>
          </a:p>
        </p:txBody>
      </p:sp>
      <p:sp>
        <p:nvSpPr>
          <p:cNvPr id="389" name="Google Shape;389;g3b259e8c57b_0_0"/>
          <p:cNvSpPr txBox="1"/>
          <p:nvPr/>
        </p:nvSpPr>
        <p:spPr>
          <a:xfrm>
            <a:off x="645495" y="1903329"/>
            <a:ext cx="5450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242424"/>
                </a:solidFill>
                <a:latin typeface="Poppins"/>
                <a:ea typeface="Poppins"/>
                <a:cs typeface="Poppins"/>
                <a:sym typeface="Poppins"/>
              </a:rPr>
              <a:t>EDUCATORS</a:t>
            </a:r>
            <a:endParaRPr sz="2300"/>
          </a:p>
        </p:txBody>
      </p:sp>
      <p:sp>
        <p:nvSpPr>
          <p:cNvPr id="390" name="Google Shape;390;g3b259e8c57b_0_0"/>
          <p:cNvSpPr txBox="1"/>
          <p:nvPr/>
        </p:nvSpPr>
        <p:spPr>
          <a:xfrm>
            <a:off x="731520" y="2868654"/>
            <a:ext cx="356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42424"/>
                </a:solidFill>
                <a:latin typeface="Open Sans"/>
                <a:ea typeface="Open Sans"/>
                <a:cs typeface="Open Sans"/>
                <a:sym typeface="Open Sans"/>
              </a:rPr>
              <a:t>Microsoft Elevate</a:t>
            </a:r>
            <a:endParaRPr sz="2300"/>
          </a:p>
        </p:txBody>
      </p:sp>
      <p:sp>
        <p:nvSpPr>
          <p:cNvPr id="391" name="Google Shape;391;g3b259e8c57b_0_0"/>
          <p:cNvSpPr txBox="1"/>
          <p:nvPr/>
        </p:nvSpPr>
        <p:spPr>
          <a:xfrm>
            <a:off x="731520" y="3657905"/>
            <a:ext cx="60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IMPLEMENTATION BY: </a:t>
            </a:r>
            <a:endParaRPr sz="2300"/>
          </a:p>
        </p:txBody>
      </p:sp>
      <p:sp>
        <p:nvSpPr>
          <p:cNvPr id="392" name="Google Shape;392;g3b259e8c57b_0_0"/>
          <p:cNvSpPr txBox="1"/>
          <p:nvPr/>
        </p:nvSpPr>
        <p:spPr>
          <a:xfrm>
            <a:off x="567757" y="4931385"/>
            <a:ext cx="75879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“TECHNOLOGY WILL NEVER REPLACE GREAT TEACHERS.</a:t>
            </a:r>
            <a:endParaRPr sz="2300"/>
          </a:p>
          <a:p>
            <a:pPr indent="0" lvl="0" marL="0" marR="0" rtl="0" algn="l">
              <a:lnSpc>
                <a:spcPct val="17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BUT IN THE HANDS OF GREAT TEACHERS, IT BECOMES TRANSFORMATIONAL.”</a:t>
            </a:r>
            <a:endParaRPr sz="2300"/>
          </a:p>
          <a:p>
            <a:pPr indent="0" lvl="0" marL="0" marR="0" rtl="0" algn="l">
              <a:lnSpc>
                <a:spcPct val="17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84A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3" name="Google Shape;393;g3b259e8c57b_0_0"/>
          <p:cNvSpPr/>
          <p:nvPr/>
        </p:nvSpPr>
        <p:spPr>
          <a:xfrm>
            <a:off x="10962053" y="1497267"/>
            <a:ext cx="997350" cy="313016"/>
          </a:xfrm>
          <a:custGeom>
            <a:rect b="b" l="l" r="r" t="t"/>
            <a:pathLst>
              <a:path extrusionOk="0" h="208677" w="598111">
                <a:moveTo>
                  <a:pt x="0" y="0"/>
                </a:moveTo>
                <a:lnTo>
                  <a:pt x="598112" y="0"/>
                </a:lnTo>
                <a:lnTo>
                  <a:pt x="598112" y="208677"/>
                </a:lnTo>
                <a:lnTo>
                  <a:pt x="0" y="208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394878" l="0" r="-92927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b259e8c57b_0_0"/>
          <p:cNvSpPr/>
          <p:nvPr/>
        </p:nvSpPr>
        <p:spPr>
          <a:xfrm>
            <a:off x="5678182" y="5979483"/>
            <a:ext cx="997350" cy="313015"/>
          </a:xfrm>
          <a:custGeom>
            <a:rect b="b" l="l" r="r" t="t"/>
            <a:pathLst>
              <a:path extrusionOk="0" h="208677" w="598111">
                <a:moveTo>
                  <a:pt x="0" y="0"/>
                </a:moveTo>
                <a:lnTo>
                  <a:pt x="598111" y="0"/>
                </a:lnTo>
                <a:lnTo>
                  <a:pt x="598111" y="208677"/>
                </a:lnTo>
                <a:lnTo>
                  <a:pt x="0" y="208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394878" l="0" r="-92927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b259e8c57b_0_0"/>
          <p:cNvSpPr txBox="1"/>
          <p:nvPr/>
        </p:nvSpPr>
        <p:spPr>
          <a:xfrm>
            <a:off x="762000" y="4230876"/>
            <a:ext cx="60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KNOWLEDGE PARTNER: </a:t>
            </a:r>
            <a:endParaRPr sz="2300"/>
          </a:p>
        </p:txBody>
      </p:sp>
      <p:sp>
        <p:nvSpPr>
          <p:cNvPr id="396" name="Google Shape;396;g3b259e8c57b_0_0"/>
          <p:cNvSpPr/>
          <p:nvPr/>
        </p:nvSpPr>
        <p:spPr>
          <a:xfrm>
            <a:off x="3799747" y="3581077"/>
            <a:ext cx="1047835" cy="490706"/>
          </a:xfrm>
          <a:custGeom>
            <a:rect b="b" l="l" r="r" t="t"/>
            <a:pathLst>
              <a:path extrusionOk="0" h="327137" w="628387">
                <a:moveTo>
                  <a:pt x="0" y="0"/>
                </a:moveTo>
                <a:lnTo>
                  <a:pt x="628387" y="0"/>
                </a:lnTo>
                <a:lnTo>
                  <a:pt x="628387" y="327136"/>
                </a:lnTo>
                <a:lnTo>
                  <a:pt x="0" y="327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b259e8c57b_0_0"/>
          <p:cNvSpPr/>
          <p:nvPr/>
        </p:nvSpPr>
        <p:spPr>
          <a:xfrm>
            <a:off x="731520" y="488238"/>
            <a:ext cx="2260606" cy="584640"/>
          </a:xfrm>
          <a:custGeom>
            <a:rect b="b" l="l" r="r" t="t"/>
            <a:pathLst>
              <a:path extrusionOk="0" h="389760" w="1355686">
                <a:moveTo>
                  <a:pt x="0" y="0"/>
                </a:moveTo>
                <a:lnTo>
                  <a:pt x="1355686" y="0"/>
                </a:lnTo>
                <a:lnTo>
                  <a:pt x="1355686" y="389760"/>
                </a:lnTo>
                <a:lnTo>
                  <a:pt x="0" y="389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b259e8c57b_0_0"/>
          <p:cNvSpPr/>
          <p:nvPr/>
        </p:nvSpPr>
        <p:spPr>
          <a:xfrm>
            <a:off x="3933380" y="4203316"/>
            <a:ext cx="1928439" cy="420578"/>
          </a:xfrm>
          <a:custGeom>
            <a:rect b="b" l="l" r="r" t="t"/>
            <a:pathLst>
              <a:path extrusionOk="0" h="280385" w="1156485">
                <a:moveTo>
                  <a:pt x="0" y="0"/>
                </a:moveTo>
                <a:lnTo>
                  <a:pt x="1156485" y="0"/>
                </a:lnTo>
                <a:lnTo>
                  <a:pt x="1156485" y="280385"/>
                </a:lnTo>
                <a:lnTo>
                  <a:pt x="0" y="280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259e8c57b_0_26"/>
          <p:cNvSpPr/>
          <p:nvPr/>
        </p:nvSpPr>
        <p:spPr>
          <a:xfrm>
            <a:off x="10890312" y="105265"/>
            <a:ext cx="1079918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b259e8c57b_0_26"/>
          <p:cNvSpPr/>
          <p:nvPr/>
        </p:nvSpPr>
        <p:spPr>
          <a:xfrm>
            <a:off x="90860" y="129204"/>
            <a:ext cx="1626765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" name="Google Shape;405;g3b259e8c57b_0_26"/>
          <p:cNvGrpSpPr/>
          <p:nvPr/>
        </p:nvGrpSpPr>
        <p:grpSpPr>
          <a:xfrm>
            <a:off x="0" y="6321082"/>
            <a:ext cx="12442781" cy="623064"/>
            <a:chOff x="0" y="-19050"/>
            <a:chExt cx="4424100" cy="246144"/>
          </a:xfrm>
        </p:grpSpPr>
        <p:sp>
          <p:nvSpPr>
            <p:cNvPr id="406" name="Google Shape;406;g3b259e8c57b_0_26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g3b259e8c57b_0_26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g3b259e8c57b_0_26"/>
          <p:cNvGrpSpPr/>
          <p:nvPr/>
        </p:nvGrpSpPr>
        <p:grpSpPr>
          <a:xfrm>
            <a:off x="1827937" y="-48221"/>
            <a:ext cx="3614625" cy="623064"/>
            <a:chOff x="0" y="-19050"/>
            <a:chExt cx="1285200" cy="246144"/>
          </a:xfrm>
        </p:grpSpPr>
        <p:sp>
          <p:nvSpPr>
            <p:cNvPr id="409" name="Google Shape;409;g3b259e8c57b_0_2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g3b259e8c57b_0_2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1" name="Google Shape;411;g3b259e8c57b_0_26"/>
          <p:cNvSpPr/>
          <p:nvPr/>
        </p:nvSpPr>
        <p:spPr>
          <a:xfrm>
            <a:off x="5532220" y="88736"/>
            <a:ext cx="1536461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" name="Google Shape;412;g3b259e8c57b_0_26"/>
          <p:cNvGrpSpPr/>
          <p:nvPr/>
        </p:nvGrpSpPr>
        <p:grpSpPr>
          <a:xfrm>
            <a:off x="7163163" y="-29041"/>
            <a:ext cx="3614625" cy="623064"/>
            <a:chOff x="0" y="-19050"/>
            <a:chExt cx="1285200" cy="246144"/>
          </a:xfrm>
        </p:grpSpPr>
        <p:sp>
          <p:nvSpPr>
            <p:cNvPr id="413" name="Google Shape;413;g3b259e8c57b_0_2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g3b259e8c57b_0_2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5" name="Google Shape;415;g3b259e8c57b_0_26"/>
          <p:cNvSpPr txBox="1"/>
          <p:nvPr/>
        </p:nvSpPr>
        <p:spPr>
          <a:xfrm>
            <a:off x="495875" y="1406400"/>
            <a:ext cx="111351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(Large Language Models)</a:t>
            </a:r>
            <a:endParaRPr sz="5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br>
              <a:rPr lang="en-US" sz="5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sz="5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શિક્ષકો માટે માર્ગદર્શિકા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259e8c57b_0_118"/>
          <p:cNvSpPr/>
          <p:nvPr/>
        </p:nvSpPr>
        <p:spPr>
          <a:xfrm>
            <a:off x="10890312" y="105265"/>
            <a:ext cx="1079918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b259e8c57b_0_118"/>
          <p:cNvSpPr/>
          <p:nvPr/>
        </p:nvSpPr>
        <p:spPr>
          <a:xfrm>
            <a:off x="90860" y="129204"/>
            <a:ext cx="1626765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g3b259e8c57b_0_118"/>
          <p:cNvGrpSpPr/>
          <p:nvPr/>
        </p:nvGrpSpPr>
        <p:grpSpPr>
          <a:xfrm>
            <a:off x="0" y="6321082"/>
            <a:ext cx="12442781" cy="623064"/>
            <a:chOff x="0" y="-19050"/>
            <a:chExt cx="4424100" cy="246144"/>
          </a:xfrm>
        </p:grpSpPr>
        <p:sp>
          <p:nvSpPr>
            <p:cNvPr id="423" name="Google Shape;423;g3b259e8c57b_0_118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g3b259e8c57b_0_118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g3b259e8c57b_0_118"/>
          <p:cNvGrpSpPr/>
          <p:nvPr/>
        </p:nvGrpSpPr>
        <p:grpSpPr>
          <a:xfrm>
            <a:off x="1827937" y="-48221"/>
            <a:ext cx="3614625" cy="623064"/>
            <a:chOff x="0" y="-19050"/>
            <a:chExt cx="1285200" cy="246144"/>
          </a:xfrm>
        </p:grpSpPr>
        <p:sp>
          <p:nvSpPr>
            <p:cNvPr id="426" name="Google Shape;426;g3b259e8c57b_0_118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g3b259e8c57b_0_118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g3b259e8c57b_0_118"/>
          <p:cNvSpPr/>
          <p:nvPr/>
        </p:nvSpPr>
        <p:spPr>
          <a:xfrm>
            <a:off x="5532220" y="88736"/>
            <a:ext cx="1536461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9" name="Google Shape;429;g3b259e8c57b_0_118"/>
          <p:cNvGrpSpPr/>
          <p:nvPr/>
        </p:nvGrpSpPr>
        <p:grpSpPr>
          <a:xfrm>
            <a:off x="7163163" y="-29041"/>
            <a:ext cx="3614625" cy="623064"/>
            <a:chOff x="0" y="-19050"/>
            <a:chExt cx="1285200" cy="246144"/>
          </a:xfrm>
        </p:grpSpPr>
        <p:sp>
          <p:nvSpPr>
            <p:cNvPr id="430" name="Google Shape;430;g3b259e8c57b_0_118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g3b259e8c57b_0_118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g3b259e8c57b_0_118"/>
          <p:cNvSpPr txBox="1"/>
          <p:nvPr/>
        </p:nvSpPr>
        <p:spPr>
          <a:xfrm>
            <a:off x="495875" y="791650"/>
            <a:ext cx="11083200" cy="55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LLMs ની વ્યાખ્યા</a:t>
            </a:r>
            <a:endParaRPr sz="22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LLMs એટલે એવો મોટો ભાષા મોડલ જે માનવી જેવી ભાષા સમજવા અને જવાબ આપવા માટે છે.</a:t>
            </a:r>
            <a:endParaRPr sz="2200"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ડેટા પરથી શીખવું</a:t>
            </a:r>
            <a:endParaRPr sz="22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આ મોડલ્સ લાખો પુસ્તકો, લેખો અને વેબસાઇટ પરથી ભાષાના પેટર્ન શીખે છે.</a:t>
            </a:r>
            <a:endParaRPr sz="2200"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પ્રખ્યાત ઉદાહરણો</a:t>
            </a:r>
            <a:endParaRPr sz="22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Microsoft Co Pilot,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ChatGPT, Google Gemini અને Claude જેવા જાણીતા LLMs વિશ્વભરમાં ઉપયોગમાં લેવાય છે.</a:t>
            </a:r>
            <a:endParaRPr sz="2200"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શૈક્ષણિક ઉપયોગ</a:t>
            </a:r>
            <a:endParaRPr sz="22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શિક્ષકો માટે LLMs પાઠ્યક્રમને સરળ અને શીખવાનું વધુ અસરકારક બનાવે છે.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259e8c57b_0_133"/>
          <p:cNvSpPr/>
          <p:nvPr/>
        </p:nvSpPr>
        <p:spPr>
          <a:xfrm>
            <a:off x="10890312" y="105265"/>
            <a:ext cx="1079918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b259e8c57b_0_133"/>
          <p:cNvSpPr/>
          <p:nvPr/>
        </p:nvSpPr>
        <p:spPr>
          <a:xfrm>
            <a:off x="90860" y="129204"/>
            <a:ext cx="1626765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9" name="Google Shape;439;g3b259e8c57b_0_133"/>
          <p:cNvGrpSpPr/>
          <p:nvPr/>
        </p:nvGrpSpPr>
        <p:grpSpPr>
          <a:xfrm>
            <a:off x="0" y="6321082"/>
            <a:ext cx="12442781" cy="623064"/>
            <a:chOff x="0" y="-19050"/>
            <a:chExt cx="4424100" cy="246144"/>
          </a:xfrm>
        </p:grpSpPr>
        <p:sp>
          <p:nvSpPr>
            <p:cNvPr id="440" name="Google Shape;440;g3b259e8c57b_0_133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g3b259e8c57b_0_133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2" name="Google Shape;442;g3b259e8c57b_0_133"/>
          <p:cNvGrpSpPr/>
          <p:nvPr/>
        </p:nvGrpSpPr>
        <p:grpSpPr>
          <a:xfrm>
            <a:off x="1827937" y="-48221"/>
            <a:ext cx="3614625" cy="623064"/>
            <a:chOff x="0" y="-19050"/>
            <a:chExt cx="1285200" cy="246144"/>
          </a:xfrm>
        </p:grpSpPr>
        <p:sp>
          <p:nvSpPr>
            <p:cNvPr id="443" name="Google Shape;443;g3b259e8c57b_0_133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g3b259e8c57b_0_133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g3b259e8c57b_0_133"/>
          <p:cNvSpPr/>
          <p:nvPr/>
        </p:nvSpPr>
        <p:spPr>
          <a:xfrm>
            <a:off x="5532220" y="88736"/>
            <a:ext cx="1536461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" name="Google Shape;446;g3b259e8c57b_0_133"/>
          <p:cNvGrpSpPr/>
          <p:nvPr/>
        </p:nvGrpSpPr>
        <p:grpSpPr>
          <a:xfrm>
            <a:off x="7163163" y="-29041"/>
            <a:ext cx="3614625" cy="623064"/>
            <a:chOff x="0" y="-19050"/>
            <a:chExt cx="1285200" cy="246144"/>
          </a:xfrm>
        </p:grpSpPr>
        <p:sp>
          <p:nvSpPr>
            <p:cNvPr id="447" name="Google Shape;447;g3b259e8c57b_0_133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g3b259e8c57b_0_133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g3b259e8c57b_0_133"/>
          <p:cNvSpPr txBox="1"/>
          <p:nvPr>
            <p:ph idx="4294967295" type="title"/>
          </p:nvPr>
        </p:nvSpPr>
        <p:spPr>
          <a:xfrm>
            <a:off x="627300" y="695097"/>
            <a:ext cx="109374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b="0" i="0" lang="en-US" sz="4900">
                <a:latin typeface="Arial"/>
                <a:ea typeface="Arial"/>
                <a:cs typeface="Arial"/>
                <a:sym typeface="Arial"/>
              </a:rPr>
              <a:t>કાર્યપ્રણાલી</a:t>
            </a:r>
            <a:endParaRPr sz="4900"/>
          </a:p>
        </p:txBody>
      </p:sp>
      <p:sp>
        <p:nvSpPr>
          <p:cNvPr id="450" name="Google Shape;450;g3b259e8c57b_0_133"/>
          <p:cNvSpPr txBox="1"/>
          <p:nvPr/>
        </p:nvSpPr>
        <p:spPr>
          <a:xfrm>
            <a:off x="668475" y="1618075"/>
            <a:ext cx="10896000" cy="4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ભાષા પેટર્ન શીખવું</a:t>
            </a:r>
            <a:endParaRPr sz="19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મોડલ વિશાળ ડેટાસેટમાંથી ભાષાના પેટર્ન શીખે છે, જેમ કે પુસ્તકો અને વેબસાઇટ્સ.</a:t>
            </a:r>
            <a:endParaRPr sz="1900"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પ્રશ્નોની ભાષાકીય વિશ્લેષણ</a:t>
            </a:r>
            <a:endParaRPr sz="19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મોડલ વપરાશકર્તા પ્રશ્નનો અર્થ સમજવા માટે ભાષાકીય વિશ્લેષણ કરે છે.</a:t>
            </a:r>
            <a:endParaRPr sz="1900"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જવાબ બનાવવું</a:t>
            </a:r>
            <a:endParaRPr sz="19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મોડલ શીખેલી માહિતી પરથી યોગ્ય અને સંદર્ભિત જવાબ તૈયાર કરે છે.</a:t>
            </a:r>
            <a:endParaRPr sz="1900"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સતત સુધારો</a:t>
            </a:r>
            <a:endParaRPr sz="19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ટેક્નોલોજી વધુ ચોક્કસ અને ઉપયોગી જવાબ માટે સતત સુધરતી રહે છે.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259e8c57b_0_154"/>
          <p:cNvSpPr/>
          <p:nvPr/>
        </p:nvSpPr>
        <p:spPr>
          <a:xfrm>
            <a:off x="10890312" y="105265"/>
            <a:ext cx="1079918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b259e8c57b_0_154"/>
          <p:cNvSpPr/>
          <p:nvPr/>
        </p:nvSpPr>
        <p:spPr>
          <a:xfrm>
            <a:off x="90860" y="129204"/>
            <a:ext cx="1626765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g3b259e8c57b_0_154"/>
          <p:cNvGrpSpPr/>
          <p:nvPr/>
        </p:nvGrpSpPr>
        <p:grpSpPr>
          <a:xfrm>
            <a:off x="0" y="6321082"/>
            <a:ext cx="12442781" cy="623064"/>
            <a:chOff x="0" y="-19050"/>
            <a:chExt cx="4424100" cy="246144"/>
          </a:xfrm>
        </p:grpSpPr>
        <p:sp>
          <p:nvSpPr>
            <p:cNvPr id="458" name="Google Shape;458;g3b259e8c57b_0_154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g3b259e8c57b_0_154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0" name="Google Shape;460;g3b259e8c57b_0_154"/>
          <p:cNvGrpSpPr/>
          <p:nvPr/>
        </p:nvGrpSpPr>
        <p:grpSpPr>
          <a:xfrm>
            <a:off x="1827937" y="-48221"/>
            <a:ext cx="3614625" cy="623064"/>
            <a:chOff x="0" y="-19050"/>
            <a:chExt cx="1285200" cy="246144"/>
          </a:xfrm>
        </p:grpSpPr>
        <p:sp>
          <p:nvSpPr>
            <p:cNvPr id="461" name="Google Shape;461;g3b259e8c57b_0_154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g3b259e8c57b_0_154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3" name="Google Shape;463;g3b259e8c57b_0_154"/>
          <p:cNvSpPr/>
          <p:nvPr/>
        </p:nvSpPr>
        <p:spPr>
          <a:xfrm>
            <a:off x="5532220" y="88736"/>
            <a:ext cx="1536461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g3b259e8c57b_0_154"/>
          <p:cNvGrpSpPr/>
          <p:nvPr/>
        </p:nvGrpSpPr>
        <p:grpSpPr>
          <a:xfrm>
            <a:off x="7163163" y="-29041"/>
            <a:ext cx="3614625" cy="623064"/>
            <a:chOff x="0" y="-19050"/>
            <a:chExt cx="1285200" cy="246144"/>
          </a:xfrm>
        </p:grpSpPr>
        <p:sp>
          <p:nvSpPr>
            <p:cNvPr id="465" name="Google Shape;465;g3b259e8c57b_0_154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g3b259e8c57b_0_154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g3b259e8c57b_0_154"/>
          <p:cNvSpPr txBox="1"/>
          <p:nvPr>
            <p:ph idx="4294967295" type="title"/>
          </p:nvPr>
        </p:nvSpPr>
        <p:spPr>
          <a:xfrm>
            <a:off x="670811" y="775725"/>
            <a:ext cx="109374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b="0" i="0" lang="en-US" sz="4900">
                <a:latin typeface="Arial"/>
                <a:ea typeface="Arial"/>
                <a:cs typeface="Arial"/>
                <a:sym typeface="Arial"/>
              </a:rPr>
              <a:t>LLMs ની વિશેષતાઓ</a:t>
            </a:r>
            <a:endParaRPr sz="4900"/>
          </a:p>
        </p:txBody>
      </p:sp>
      <p:sp>
        <p:nvSpPr>
          <p:cNvPr id="468" name="Google Shape;468;g3b259e8c57b_0_154"/>
          <p:cNvSpPr txBox="1"/>
          <p:nvPr/>
        </p:nvSpPr>
        <p:spPr>
          <a:xfrm>
            <a:off x="638525" y="1748574"/>
            <a:ext cx="10896000" cy="45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બહુ ભાષા સમર્થન</a:t>
            </a:r>
            <a:endParaRPr sz="19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LLMs ઘણા ભાષાઓમાં વાતચીત અને જવાબ આપી શકે છે, જેમાં ગુજરાતી અને અંગ્રેજી છે.</a:t>
            </a:r>
            <a:endParaRPr sz="1900"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ઝડપી જવાબ સમય</a:t>
            </a:r>
            <a:endParaRPr sz="19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તે ઝડપી જવાબ આપે છે, જે શિક્ષકોને સમય બચાવવાનું સહેલું બનાવે છે.</a:t>
            </a:r>
            <a:endParaRPr sz="1900"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સર્જનાત્મક વિચાર</a:t>
            </a:r>
            <a:endParaRPr sz="19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LLMs વાર્તા લખવું અને પ્રશ્નો તૈયાર કરવું જેવા સર્જનાત્મક કાર્યમાં મદદ કરે છે.</a:t>
            </a:r>
            <a:endParaRPr sz="1900"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કસ્ટમાઇઝેશન ક્ષમતા</a:t>
            </a:r>
            <a:endParaRPr sz="1900"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વપરાશકર્તાની જરૂરિયાત પ્રમાણે LLMs ને કસ્ટમાઇઝ કરી શકાય છે.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259e8c57b_0_190"/>
          <p:cNvSpPr/>
          <p:nvPr/>
        </p:nvSpPr>
        <p:spPr>
          <a:xfrm>
            <a:off x="10890312" y="105265"/>
            <a:ext cx="1079918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b259e8c57b_0_190"/>
          <p:cNvSpPr/>
          <p:nvPr/>
        </p:nvSpPr>
        <p:spPr>
          <a:xfrm>
            <a:off x="90860" y="129204"/>
            <a:ext cx="1626765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g3b259e8c57b_0_190"/>
          <p:cNvGrpSpPr/>
          <p:nvPr/>
        </p:nvGrpSpPr>
        <p:grpSpPr>
          <a:xfrm>
            <a:off x="0" y="6321082"/>
            <a:ext cx="12442781" cy="623064"/>
            <a:chOff x="0" y="-19050"/>
            <a:chExt cx="4424100" cy="246144"/>
          </a:xfrm>
        </p:grpSpPr>
        <p:sp>
          <p:nvSpPr>
            <p:cNvPr id="476" name="Google Shape;476;g3b259e8c57b_0_190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g3b259e8c57b_0_190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8" name="Google Shape;478;g3b259e8c57b_0_190"/>
          <p:cNvGrpSpPr/>
          <p:nvPr/>
        </p:nvGrpSpPr>
        <p:grpSpPr>
          <a:xfrm>
            <a:off x="1827937" y="-48221"/>
            <a:ext cx="3614625" cy="623064"/>
            <a:chOff x="0" y="-19050"/>
            <a:chExt cx="1285200" cy="246144"/>
          </a:xfrm>
        </p:grpSpPr>
        <p:sp>
          <p:nvSpPr>
            <p:cNvPr id="479" name="Google Shape;479;g3b259e8c57b_0_19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g3b259e8c57b_0_19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1" name="Google Shape;481;g3b259e8c57b_0_190"/>
          <p:cNvSpPr/>
          <p:nvPr/>
        </p:nvSpPr>
        <p:spPr>
          <a:xfrm>
            <a:off x="5532220" y="88736"/>
            <a:ext cx="1536461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2" name="Google Shape;482;g3b259e8c57b_0_190"/>
          <p:cNvGrpSpPr/>
          <p:nvPr/>
        </p:nvGrpSpPr>
        <p:grpSpPr>
          <a:xfrm>
            <a:off x="7163163" y="-29041"/>
            <a:ext cx="3614625" cy="623064"/>
            <a:chOff x="0" y="-19050"/>
            <a:chExt cx="1285200" cy="246144"/>
          </a:xfrm>
        </p:grpSpPr>
        <p:sp>
          <p:nvSpPr>
            <p:cNvPr id="483" name="Google Shape;483;g3b259e8c57b_0_19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g3b259e8c57b_0_19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5" name="Google Shape;485;g3b259e8c57b_0_190"/>
          <p:cNvSpPr txBox="1"/>
          <p:nvPr>
            <p:ph idx="4294967295" type="title"/>
          </p:nvPr>
        </p:nvSpPr>
        <p:spPr>
          <a:xfrm>
            <a:off x="368150" y="812950"/>
            <a:ext cx="10801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</a:pPr>
            <a:r>
              <a:rPr b="0" i="0" lang="en-US" sz="4940">
                <a:latin typeface="Arial"/>
                <a:ea typeface="Arial"/>
                <a:cs typeface="Arial"/>
                <a:sym typeface="Arial"/>
              </a:rPr>
              <a:t>શિક્ષણ અને અન્ય ક્ષેત્રોમાં ઉપયોગ</a:t>
            </a:r>
            <a:endParaRPr b="0" i="0" sz="494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b259e8c57b_0_190"/>
          <p:cNvSpPr txBox="1"/>
          <p:nvPr/>
        </p:nvSpPr>
        <p:spPr>
          <a:xfrm>
            <a:off x="553855" y="1610186"/>
            <a:ext cx="7829400" cy="49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શિક્ષણમાં LLMs ઉપયોગ</a:t>
            </a:r>
            <a:endParaRPr sz="1600"/>
          </a:p>
          <a:p>
            <a:pPr indent="0" lvl="1" mar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વિદ્યાર્થીઓને સમજાવવા અને હોમવર્કમાં મદદ કરે છે. તે પાઠ્યક્રમ માટે સામગ્રી તૈયાર કરવામાં મદદરૂપ છે.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બિઝનેસમાં LLMs ઉપયોગ</a:t>
            </a:r>
            <a:endParaRPr sz="1600"/>
          </a:p>
          <a:p>
            <a:pPr indent="0" lvl="1" mar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ઈમેલ લખવા અને રિપોર્ટ બનાવવા માટે LLMs ઉપયોગ થાય છે. ગ્રાહક સેવા સુધારવા માટે પણ આ મદદરૂપ છે.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ટેકનોલોજીમાં LLMs ભૂમિકા</a:t>
            </a:r>
            <a:endParaRPr sz="1600"/>
          </a:p>
          <a:p>
            <a:pPr indent="0" lvl="1" mar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કોડ લખવા, ડેટા એનાલિસિસ અને સોફ્ટવેર ડેવલપમેન્ટમાં મહત્વપૂર્ણ છે.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શિક્ષકો માટે લાભ</a:t>
            </a:r>
            <a:endParaRPr sz="1600"/>
          </a:p>
          <a:p>
            <a:pPr indent="0" lvl="1" mar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પાઠ્યક્રમને વધુ રસપ્રદ અને ઇન્ટરેક્ટિવ બનાવે છે, શિક્ષક માટે ઉત્તમ સાધન છે.</a:t>
            </a:r>
            <a:endParaRPr sz="1600"/>
          </a:p>
        </p:txBody>
      </p:sp>
      <p:pic>
        <p:nvPicPr>
          <p:cNvPr descr="કનેક્ટેડ ડિવાઇસ અને એપ્સનું ઇન્ટરનેટ નેટવર્ક" id="487" name="Google Shape;487;g3b259e8c57b_0_190"/>
          <p:cNvPicPr preferRelativeResize="0"/>
          <p:nvPr>
            <p:ph idx="2" type="pic"/>
          </p:nvPr>
        </p:nvPicPr>
        <p:blipFill rotWithShape="1">
          <a:blip r:embed="rId6">
            <a:alphaModFix/>
          </a:blip>
          <a:srcRect b="0" l="7186" r="6225" t="0"/>
          <a:stretch/>
        </p:blipFill>
        <p:spPr>
          <a:xfrm>
            <a:off x="8084515" y="2274250"/>
            <a:ext cx="4030700" cy="2979349"/>
          </a:xfrm>
          <a:prstGeom prst="rect">
            <a:avLst/>
          </a:pr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259e8c57b_0_207"/>
          <p:cNvSpPr/>
          <p:nvPr/>
        </p:nvSpPr>
        <p:spPr>
          <a:xfrm>
            <a:off x="10890312" y="105265"/>
            <a:ext cx="1079918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b259e8c57b_0_207"/>
          <p:cNvSpPr/>
          <p:nvPr/>
        </p:nvSpPr>
        <p:spPr>
          <a:xfrm>
            <a:off x="90860" y="129204"/>
            <a:ext cx="1626765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4" name="Google Shape;494;g3b259e8c57b_0_207"/>
          <p:cNvGrpSpPr/>
          <p:nvPr/>
        </p:nvGrpSpPr>
        <p:grpSpPr>
          <a:xfrm>
            <a:off x="0" y="6321082"/>
            <a:ext cx="12442781" cy="623064"/>
            <a:chOff x="0" y="-19050"/>
            <a:chExt cx="4424100" cy="246144"/>
          </a:xfrm>
        </p:grpSpPr>
        <p:sp>
          <p:nvSpPr>
            <p:cNvPr id="495" name="Google Shape;495;g3b259e8c57b_0_207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g3b259e8c57b_0_207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g3b259e8c57b_0_207"/>
          <p:cNvGrpSpPr/>
          <p:nvPr/>
        </p:nvGrpSpPr>
        <p:grpSpPr>
          <a:xfrm>
            <a:off x="1827937" y="-48221"/>
            <a:ext cx="3614625" cy="623064"/>
            <a:chOff x="0" y="-19050"/>
            <a:chExt cx="1285200" cy="246144"/>
          </a:xfrm>
        </p:grpSpPr>
        <p:sp>
          <p:nvSpPr>
            <p:cNvPr id="498" name="Google Shape;498;g3b259e8c57b_0_207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g3b259e8c57b_0_207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0" name="Google Shape;500;g3b259e8c57b_0_207"/>
          <p:cNvSpPr/>
          <p:nvPr/>
        </p:nvSpPr>
        <p:spPr>
          <a:xfrm>
            <a:off x="5532220" y="88736"/>
            <a:ext cx="1536461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1" name="Google Shape;501;g3b259e8c57b_0_207"/>
          <p:cNvGrpSpPr/>
          <p:nvPr/>
        </p:nvGrpSpPr>
        <p:grpSpPr>
          <a:xfrm>
            <a:off x="7163163" y="-29041"/>
            <a:ext cx="3614625" cy="623064"/>
            <a:chOff x="0" y="-19050"/>
            <a:chExt cx="1285200" cy="246144"/>
          </a:xfrm>
        </p:grpSpPr>
        <p:sp>
          <p:nvSpPr>
            <p:cNvPr id="502" name="Google Shape;502;g3b259e8c57b_0_207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g3b259e8c57b_0_207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4" name="Google Shape;504;g3b259e8c57b_0_207"/>
          <p:cNvSpPr txBox="1"/>
          <p:nvPr>
            <p:ph idx="4294967295" type="title"/>
          </p:nvPr>
        </p:nvSpPr>
        <p:spPr>
          <a:xfrm>
            <a:off x="5657475" y="797271"/>
            <a:ext cx="75957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b="0" i="0" lang="en-US" sz="4800">
                <a:latin typeface="Arial"/>
                <a:ea typeface="Arial"/>
                <a:cs typeface="Arial"/>
                <a:sym typeface="Arial"/>
              </a:rPr>
              <a:t>લાભ અને મર્યાદાઓ</a:t>
            </a:r>
            <a:endParaRPr b="0" i="0"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b259e8c57b_0_207"/>
          <p:cNvSpPr txBox="1"/>
          <p:nvPr/>
        </p:nvSpPr>
        <p:spPr>
          <a:xfrm>
            <a:off x="5657475" y="1560075"/>
            <a:ext cx="6423600" cy="51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mo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સમય અને મદદ</a:t>
            </a:r>
            <a:endParaRPr sz="1900"/>
          </a:p>
          <a:p>
            <a:pPr indent="0" lvl="1" marL="0" marR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mo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શિક્ષકોનું સમય બચાવે છે અને પાઠ તૈયારીમાં સહાય કરે છે.</a:t>
            </a:r>
            <a:endParaRPr sz="1900"/>
          </a:p>
          <a:p>
            <a:pPr indent="0" lvl="0" marL="0" marR="0" rtl="0" algn="l">
              <a:lnSpc>
                <a:spcPct val="8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mo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સરળ ભાષા અને સર્જનાત્મકતા</a:t>
            </a:r>
            <a:endParaRPr sz="1900"/>
          </a:p>
          <a:p>
            <a:pPr indent="0" lvl="1" marL="0" marR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mo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સરળ ભાષામાં સમજાવે છે અને સર્જનાત્મક વિચારો આપે છે.</a:t>
            </a:r>
            <a:endParaRPr sz="1900"/>
          </a:p>
          <a:p>
            <a:pPr indent="0" lvl="0" marL="0" marR="0" rtl="0" algn="l">
              <a:lnSpc>
                <a:spcPct val="8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mo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મર્યાદાઓ અને સાવધાની</a:t>
            </a:r>
            <a:endParaRPr sz="1900"/>
          </a:p>
          <a:p>
            <a:pPr indent="0" lvl="1" marL="0" marR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mo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ક્યારેક ખોટી માહિતી આપે છે અને માનવી જેવી સમજ નથી.</a:t>
            </a:r>
            <a:endParaRPr sz="1900"/>
          </a:p>
          <a:p>
            <a:pPr indent="0" lvl="0" marL="0" marR="0" rtl="0" algn="l">
              <a:lnSpc>
                <a:spcPct val="8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mo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તાજી માહિતીની ભરોસાપાત્રતા</a:t>
            </a:r>
            <a:endParaRPr sz="1900"/>
          </a:p>
          <a:p>
            <a:pPr indent="0" lvl="1" marL="0" marR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mo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ઈન્ટરનેટ આધારિત હોવાથી LLMs તાજી માહિતી હંમેશા સાચી ન હોય.</a:t>
            </a:r>
            <a:endParaRPr sz="1900"/>
          </a:p>
        </p:txBody>
      </p:sp>
      <p:pic>
        <p:nvPicPr>
          <p:cNvPr descr="એઆઈ આર્ટિફિશિયલ ઇન્ટેલિજન્સ ઇનોવેશન ઇન્ટરનેટ કમ્પ્યુટર ટેકનોલોજી" id="506" name="Google Shape;506;g3b259e8c57b_0_207"/>
          <p:cNvPicPr preferRelativeResize="0"/>
          <p:nvPr>
            <p:ph idx="2" type="pic"/>
          </p:nvPr>
        </p:nvPicPr>
        <p:blipFill rotWithShape="1">
          <a:blip r:embed="rId6">
            <a:alphaModFix/>
          </a:blip>
          <a:srcRect b="9693" l="25305" r="25142" t="8912"/>
          <a:stretch/>
        </p:blipFill>
        <p:spPr>
          <a:xfrm>
            <a:off x="0" y="739275"/>
            <a:ext cx="5090826" cy="5581799"/>
          </a:xfrm>
          <a:prstGeom prst="rect">
            <a:avLst/>
          </a:pr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259e8c57b_0_226"/>
          <p:cNvSpPr/>
          <p:nvPr/>
        </p:nvSpPr>
        <p:spPr>
          <a:xfrm>
            <a:off x="10890312" y="105265"/>
            <a:ext cx="1079918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b259e8c57b_0_226"/>
          <p:cNvSpPr/>
          <p:nvPr/>
        </p:nvSpPr>
        <p:spPr>
          <a:xfrm>
            <a:off x="90860" y="129204"/>
            <a:ext cx="1626765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3" name="Google Shape;513;g3b259e8c57b_0_226"/>
          <p:cNvGrpSpPr/>
          <p:nvPr/>
        </p:nvGrpSpPr>
        <p:grpSpPr>
          <a:xfrm>
            <a:off x="0" y="6321082"/>
            <a:ext cx="12442781" cy="623064"/>
            <a:chOff x="0" y="-19050"/>
            <a:chExt cx="4424100" cy="246144"/>
          </a:xfrm>
        </p:grpSpPr>
        <p:sp>
          <p:nvSpPr>
            <p:cNvPr id="514" name="Google Shape;514;g3b259e8c57b_0_226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g3b259e8c57b_0_226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6" name="Google Shape;516;g3b259e8c57b_0_226"/>
          <p:cNvGrpSpPr/>
          <p:nvPr/>
        </p:nvGrpSpPr>
        <p:grpSpPr>
          <a:xfrm>
            <a:off x="1827937" y="-48221"/>
            <a:ext cx="3614625" cy="623064"/>
            <a:chOff x="0" y="-19050"/>
            <a:chExt cx="1285200" cy="246144"/>
          </a:xfrm>
        </p:grpSpPr>
        <p:sp>
          <p:nvSpPr>
            <p:cNvPr id="517" name="Google Shape;517;g3b259e8c57b_0_22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g3b259e8c57b_0_22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g3b259e8c57b_0_226"/>
          <p:cNvSpPr/>
          <p:nvPr/>
        </p:nvSpPr>
        <p:spPr>
          <a:xfrm>
            <a:off x="5532220" y="88736"/>
            <a:ext cx="1536461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g3b259e8c57b_0_226"/>
          <p:cNvGrpSpPr/>
          <p:nvPr/>
        </p:nvGrpSpPr>
        <p:grpSpPr>
          <a:xfrm>
            <a:off x="7163163" y="-29041"/>
            <a:ext cx="3614625" cy="623064"/>
            <a:chOff x="0" y="-19050"/>
            <a:chExt cx="1285200" cy="246144"/>
          </a:xfrm>
        </p:grpSpPr>
        <p:sp>
          <p:nvSpPr>
            <p:cNvPr id="521" name="Google Shape;521;g3b259e8c57b_0_22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g3b259e8c57b_0_22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" name="Google Shape;523;g3b259e8c57b_0_226"/>
          <p:cNvSpPr txBox="1"/>
          <p:nvPr>
            <p:ph idx="4294967295" type="title"/>
          </p:nvPr>
        </p:nvSpPr>
        <p:spPr>
          <a:xfrm>
            <a:off x="429744" y="744134"/>
            <a:ext cx="111129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lang="en-US" sz="5000"/>
              <a:t>LLMs નો યોગ્ય ઉપયોગ</a:t>
            </a:r>
            <a:endParaRPr sz="5000"/>
          </a:p>
        </p:txBody>
      </p:sp>
      <p:grpSp>
        <p:nvGrpSpPr>
          <p:cNvPr id="524" name="Google Shape;524;g3b259e8c57b_0_226"/>
          <p:cNvGrpSpPr/>
          <p:nvPr/>
        </p:nvGrpSpPr>
        <p:grpSpPr>
          <a:xfrm>
            <a:off x="539500" y="1661575"/>
            <a:ext cx="11013586" cy="4726509"/>
            <a:chOff x="0" y="-9823"/>
            <a:chExt cx="11013586" cy="4460654"/>
          </a:xfrm>
        </p:grpSpPr>
        <p:sp>
          <p:nvSpPr>
            <p:cNvPr id="525" name="Google Shape;525;g3b259e8c57b_0_226"/>
            <p:cNvSpPr/>
            <p:nvPr/>
          </p:nvSpPr>
          <p:spPr>
            <a:xfrm>
              <a:off x="0" y="0"/>
              <a:ext cx="1408500" cy="14085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g3b259e8c57b_0_226"/>
            <p:cNvSpPr/>
            <p:nvPr/>
          </p:nvSpPr>
          <p:spPr>
            <a:xfrm>
              <a:off x="1588486" y="0"/>
              <a:ext cx="94251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g3b259e8c57b_0_226"/>
            <p:cNvSpPr txBox="1"/>
            <p:nvPr/>
          </p:nvSpPr>
          <p:spPr>
            <a:xfrm>
              <a:off x="1588486" y="-9823"/>
              <a:ext cx="94251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0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મદદરૂપ સાધન તરીકે LLMs</a:t>
              </a:r>
              <a:endParaRPr/>
            </a:p>
          </p:txBody>
        </p:sp>
        <p:sp>
          <p:nvSpPr>
            <p:cNvPr id="528" name="Google Shape;528;g3b259e8c57b_0_226"/>
            <p:cNvSpPr/>
            <p:nvPr/>
          </p:nvSpPr>
          <p:spPr>
            <a:xfrm>
              <a:off x="1588486" y="594501"/>
              <a:ext cx="9425100" cy="7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g3b259e8c57b_0_226"/>
            <p:cNvSpPr txBox="1"/>
            <p:nvPr/>
          </p:nvSpPr>
          <p:spPr>
            <a:xfrm>
              <a:off x="1588486" y="594501"/>
              <a:ext cx="9425100" cy="7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0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LLMs નો ઉપયોગ મદદરૂપ સાધન તરીકે કરવો, સંપૂર્ણ આધાર ન રાખવો જરૂરી છે.</a:t>
              </a:r>
              <a:endParaRPr/>
            </a:p>
          </p:txBody>
        </p:sp>
        <p:sp>
          <p:nvSpPr>
            <p:cNvPr id="530" name="Google Shape;530;g3b259e8c57b_0_226"/>
            <p:cNvSpPr/>
            <p:nvPr/>
          </p:nvSpPr>
          <p:spPr>
            <a:xfrm>
              <a:off x="0" y="1521165"/>
              <a:ext cx="1408500" cy="14085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g3b259e8c57b_0_226"/>
            <p:cNvSpPr/>
            <p:nvPr/>
          </p:nvSpPr>
          <p:spPr>
            <a:xfrm>
              <a:off x="1588486" y="1521165"/>
              <a:ext cx="94251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g3b259e8c57b_0_226"/>
            <p:cNvSpPr txBox="1"/>
            <p:nvPr/>
          </p:nvSpPr>
          <p:spPr>
            <a:xfrm>
              <a:off x="1588486" y="1521165"/>
              <a:ext cx="94251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0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માહિતી ચકાસણી જરૂરી</a:t>
              </a:r>
              <a:endParaRPr b="0" i="0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33" name="Google Shape;533;g3b259e8c57b_0_226"/>
            <p:cNvSpPr/>
            <p:nvPr/>
          </p:nvSpPr>
          <p:spPr>
            <a:xfrm>
              <a:off x="1588486" y="2115667"/>
              <a:ext cx="9425100" cy="7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g3b259e8c57b_0_226"/>
            <p:cNvSpPr txBox="1"/>
            <p:nvPr/>
          </p:nvSpPr>
          <p:spPr>
            <a:xfrm>
              <a:off x="1588486" y="2115667"/>
              <a:ext cx="9425100" cy="7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0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વિદ્યાર્થીઓને આપેલી માહિતી હંમેશા ચકાસેલી હોવી જોઈએ.</a:t>
              </a:r>
              <a:endParaRPr/>
            </a:p>
          </p:txBody>
        </p:sp>
        <p:sp>
          <p:nvSpPr>
            <p:cNvPr id="535" name="Google Shape;535;g3b259e8c57b_0_226"/>
            <p:cNvSpPr/>
            <p:nvPr/>
          </p:nvSpPr>
          <p:spPr>
            <a:xfrm>
              <a:off x="0" y="3042331"/>
              <a:ext cx="1408500" cy="14085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g3b259e8c57b_0_226"/>
            <p:cNvSpPr/>
            <p:nvPr/>
          </p:nvSpPr>
          <p:spPr>
            <a:xfrm>
              <a:off x="1588486" y="3042331"/>
              <a:ext cx="94251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g3b259e8c57b_0_226"/>
            <p:cNvSpPr txBox="1"/>
            <p:nvPr/>
          </p:nvSpPr>
          <p:spPr>
            <a:xfrm>
              <a:off x="1588486" y="3042331"/>
              <a:ext cx="94251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0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સર્જનાત્મક પ્રવૃત્તિમાં ઉપયોગ</a:t>
              </a:r>
              <a:endParaRPr/>
            </a:p>
          </p:txBody>
        </p:sp>
        <p:sp>
          <p:nvSpPr>
            <p:cNvPr id="538" name="Google Shape;538;g3b259e8c57b_0_226"/>
            <p:cNvSpPr/>
            <p:nvPr/>
          </p:nvSpPr>
          <p:spPr>
            <a:xfrm>
              <a:off x="1588486" y="3636833"/>
              <a:ext cx="9425100" cy="7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g3b259e8c57b_0_226"/>
            <p:cNvSpPr txBox="1"/>
            <p:nvPr/>
          </p:nvSpPr>
          <p:spPr>
            <a:xfrm>
              <a:off x="1588486" y="3636833"/>
              <a:ext cx="9425100" cy="7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0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વાર્તા લખવી, પ્રશ્નો બનાવવું અને પ્રોજેક્ટ વિચારો માટે LLMs નો ઉપયોગ કરો.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259e8c57b_0_243"/>
          <p:cNvSpPr/>
          <p:nvPr/>
        </p:nvSpPr>
        <p:spPr>
          <a:xfrm>
            <a:off x="10890312" y="105265"/>
            <a:ext cx="1079918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b259e8c57b_0_243"/>
          <p:cNvSpPr/>
          <p:nvPr/>
        </p:nvSpPr>
        <p:spPr>
          <a:xfrm>
            <a:off x="90860" y="129204"/>
            <a:ext cx="1626765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6" name="Google Shape;546;g3b259e8c57b_0_243"/>
          <p:cNvGrpSpPr/>
          <p:nvPr/>
        </p:nvGrpSpPr>
        <p:grpSpPr>
          <a:xfrm>
            <a:off x="0" y="6321082"/>
            <a:ext cx="12442781" cy="623064"/>
            <a:chOff x="0" y="-19050"/>
            <a:chExt cx="4424100" cy="246144"/>
          </a:xfrm>
        </p:grpSpPr>
        <p:sp>
          <p:nvSpPr>
            <p:cNvPr id="547" name="Google Shape;547;g3b259e8c57b_0_243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g3b259e8c57b_0_243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9" name="Google Shape;549;g3b259e8c57b_0_243"/>
          <p:cNvGrpSpPr/>
          <p:nvPr/>
        </p:nvGrpSpPr>
        <p:grpSpPr>
          <a:xfrm>
            <a:off x="1827937" y="-48221"/>
            <a:ext cx="3614625" cy="623064"/>
            <a:chOff x="0" y="-19050"/>
            <a:chExt cx="1285200" cy="246144"/>
          </a:xfrm>
        </p:grpSpPr>
        <p:sp>
          <p:nvSpPr>
            <p:cNvPr id="550" name="Google Shape;550;g3b259e8c57b_0_243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g3b259e8c57b_0_243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2" name="Google Shape;552;g3b259e8c57b_0_243"/>
          <p:cNvSpPr/>
          <p:nvPr/>
        </p:nvSpPr>
        <p:spPr>
          <a:xfrm>
            <a:off x="5532220" y="88736"/>
            <a:ext cx="1536461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73625" lIns="147300" spcFirstLastPara="1" rIns="147300" wrap="square" tIns="7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g3b259e8c57b_0_243"/>
          <p:cNvGrpSpPr/>
          <p:nvPr/>
        </p:nvGrpSpPr>
        <p:grpSpPr>
          <a:xfrm>
            <a:off x="7163163" y="-29041"/>
            <a:ext cx="3614625" cy="623064"/>
            <a:chOff x="0" y="-19050"/>
            <a:chExt cx="1285200" cy="246144"/>
          </a:xfrm>
        </p:grpSpPr>
        <p:sp>
          <p:nvSpPr>
            <p:cNvPr id="554" name="Google Shape;554;g3b259e8c57b_0_243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73625" lIns="147300" spcFirstLastPara="1" rIns="147300" wrap="square" tIns="73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g3b259e8c57b_0_243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850" lIns="81850" spcFirstLastPara="1" rIns="81850" wrap="square" tIns="8185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ગ્રેજ્યુએશન કેપ, પુસ્તક, લાઇટ બલ્બ, વાદળી પૃષ્ઠભૂમિ પર મેગ્નિફાઇંગ ગ્લાસ. ૩ ડી ચિત્ર" id="556" name="Google Shape;556;g3b259e8c57b_0_243"/>
          <p:cNvPicPr preferRelativeResize="0"/>
          <p:nvPr>
            <p:ph idx="2" type="pic"/>
          </p:nvPr>
        </p:nvPicPr>
        <p:blipFill rotWithShape="1">
          <a:blip r:embed="rId6">
            <a:alphaModFix/>
          </a:blip>
          <a:srcRect b="0" l="30580" r="25419" t="0"/>
          <a:stretch/>
        </p:blipFill>
        <p:spPr>
          <a:xfrm>
            <a:off x="203025" y="587212"/>
            <a:ext cx="3381125" cy="5763325"/>
          </a:xfrm>
          <a:prstGeom prst="rect">
            <a:avLst/>
          </a:pr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557" name="Google Shape;557;g3b259e8c57b_0_243"/>
          <p:cNvSpPr txBox="1"/>
          <p:nvPr/>
        </p:nvSpPr>
        <p:spPr>
          <a:xfrm>
            <a:off x="3983281" y="733639"/>
            <a:ext cx="7894800" cy="5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LLMની ક્રાંતિ</a:t>
            </a:r>
            <a:endParaRPr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શિક્ષણમાં ભાષા આધારિત કાર્ય સુધારે છે અને ક્રાંતિ લાવે છે.</a:t>
            </a:r>
            <a:endParaRPr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સમય બચાવવું</a:t>
            </a:r>
            <a:endParaRPr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કાર્યક્ષમતા વધારીને શિક્ષકોનો સમય બચાવે છે.</a:t>
            </a:r>
            <a:endParaRPr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શિક્ષકો માટે સહાયક</a:t>
            </a:r>
            <a:endParaRPr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શિક્ષકોને પાઠ્યક્રમ સરળ બનાવવા અને શીખવાની નવી રીતો આપશે.</a:t>
            </a:r>
            <a:endParaRPr/>
          </a:p>
          <a:p>
            <a:pPr indent="0" lvl="0" marL="0" marR="0" rtl="0" algn="l"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જાગૃત અને નિયંત્રિત ઉપયોગ</a:t>
            </a:r>
            <a:endParaRPr/>
          </a:p>
          <a:p>
            <a:pPr indent="0" lvl="1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LLMs મર્યાદાઓ સમજીને યોગ્ય માર્ગદર્શિકા સાથે ઉપયોગ કરવો જરૂરી છે.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2024-06-26T20:20:27Z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