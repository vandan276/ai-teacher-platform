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6858000" cy="9144000"/>
  <p:embeddedFontLst>
    <p:embeddedFont>
      <p:font typeface="Poppins"/>
      <p:bold r:id="rId16"/>
      <p:boldItalic r:id="rId17"/>
    </p:embeddedFont>
    <p:embeddedFont>
      <p:font typeface="Open Sans"/>
      <p:bold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hB/hlv1GlB1D8HjoJhRZwNA1Xc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oppins-boldItalic.fntdata"/><Relationship Id="rId16" Type="http://schemas.openxmlformats.org/officeDocument/2006/relationships/font" Target="fonts/Poppins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Italic.fntdata"/><Relationship Id="rId6" Type="http://schemas.openxmlformats.org/officeDocument/2006/relationships/slide" Target="slides/slide1.xml"/><Relationship Id="rId18" Type="http://schemas.openxmlformats.org/officeDocument/2006/relationships/font" Target="fonts/Open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44b2a58b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b44b2a58b8_1_0:notes"/>
          <p:cNvSpPr/>
          <p:nvPr>
            <p:ph idx="2" type="sldImg"/>
          </p:nvPr>
        </p:nvSpPr>
        <p:spPr>
          <a:xfrm>
            <a:off x="1524250" y="685800"/>
            <a:ext cx="3810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44b2a58b8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b44b2a58b8_1_26:notes"/>
          <p:cNvSpPr/>
          <p:nvPr>
            <p:ph idx="2" type="sldImg"/>
          </p:nvPr>
        </p:nvSpPr>
        <p:spPr>
          <a:xfrm>
            <a:off x="1524250" y="685800"/>
            <a:ext cx="3810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44b2a58b8_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b44b2a58b8_1_120:notes"/>
          <p:cNvSpPr/>
          <p:nvPr>
            <p:ph idx="2" type="sldImg"/>
          </p:nvPr>
        </p:nvSpPr>
        <p:spPr>
          <a:xfrm>
            <a:off x="1524250" y="685800"/>
            <a:ext cx="3810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44b2a58b8_1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b44b2a58b8_1_154:notes"/>
          <p:cNvSpPr/>
          <p:nvPr>
            <p:ph idx="2" type="sldImg"/>
          </p:nvPr>
        </p:nvSpPr>
        <p:spPr>
          <a:xfrm>
            <a:off x="1524250" y="685800"/>
            <a:ext cx="3810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44b2a58b8_1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b44b2a58b8_1_137:notes"/>
          <p:cNvSpPr/>
          <p:nvPr>
            <p:ph idx="2" type="sldImg"/>
          </p:nvPr>
        </p:nvSpPr>
        <p:spPr>
          <a:xfrm>
            <a:off x="1524250" y="685800"/>
            <a:ext cx="3810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44b2a58b8_1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b44b2a58b8_1_179:notes"/>
          <p:cNvSpPr/>
          <p:nvPr>
            <p:ph idx="2" type="sldImg"/>
          </p:nvPr>
        </p:nvSpPr>
        <p:spPr>
          <a:xfrm>
            <a:off x="1524250" y="685800"/>
            <a:ext cx="3810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b44b2a58b8_1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b44b2a58b8_1_196:notes"/>
          <p:cNvSpPr/>
          <p:nvPr>
            <p:ph idx="2" type="sldImg"/>
          </p:nvPr>
        </p:nvSpPr>
        <p:spPr>
          <a:xfrm>
            <a:off x="1524250" y="685800"/>
            <a:ext cx="3810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b44b2a58b8_1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b44b2a58b8_1_217:notes"/>
          <p:cNvSpPr/>
          <p:nvPr>
            <p:ph idx="2" type="sldImg"/>
          </p:nvPr>
        </p:nvSpPr>
        <p:spPr>
          <a:xfrm>
            <a:off x="1524250" y="685800"/>
            <a:ext cx="3810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12.jpg"/><Relationship Id="rId12" Type="http://schemas.openxmlformats.org/officeDocument/2006/relationships/image" Target="../media/image8.png"/><Relationship Id="rId9" Type="http://schemas.openxmlformats.org/officeDocument/2006/relationships/image" Target="../media/image7.png"/><Relationship Id="rId5" Type="http://schemas.openxmlformats.org/officeDocument/2006/relationships/image" Target="../media/image10.jpg"/><Relationship Id="rId6" Type="http://schemas.openxmlformats.org/officeDocument/2006/relationships/image" Target="../media/image2.png"/><Relationship Id="rId7" Type="http://schemas.openxmlformats.org/officeDocument/2006/relationships/image" Target="../media/image1.png"/><Relationship Id="rId8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jp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jp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44b2a58b8_1_0"/>
          <p:cNvSpPr/>
          <p:nvPr/>
        </p:nvSpPr>
        <p:spPr>
          <a:xfrm>
            <a:off x="0" y="33535"/>
            <a:ext cx="9144000" cy="6858000"/>
          </a:xfrm>
          <a:custGeom>
            <a:rect b="b" l="l" r="r" t="t"/>
            <a:pathLst>
              <a:path extrusionOk="0" h="4572000" w="7315200">
                <a:moveTo>
                  <a:pt x="0" y="0"/>
                </a:moveTo>
                <a:lnTo>
                  <a:pt x="7315200" y="0"/>
                </a:lnTo>
                <a:lnTo>
                  <a:pt x="7315200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999" l="-1559" r="-1559" t="-4999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3b44b2a58b8_1_0"/>
          <p:cNvSpPr/>
          <p:nvPr/>
        </p:nvSpPr>
        <p:spPr>
          <a:xfrm flipH="1">
            <a:off x="4714875" y="2031917"/>
            <a:ext cx="4668526" cy="5680337"/>
          </a:xfrm>
          <a:custGeom>
            <a:rect b="b" l="l" r="r" t="t"/>
            <a:pathLst>
              <a:path extrusionOk="0" h="3786891" w="3734821">
                <a:moveTo>
                  <a:pt x="3734821" y="0"/>
                </a:moveTo>
                <a:lnTo>
                  <a:pt x="0" y="0"/>
                </a:lnTo>
                <a:lnTo>
                  <a:pt x="0" y="3786891"/>
                </a:lnTo>
                <a:lnTo>
                  <a:pt x="3734821" y="3786891"/>
                </a:lnTo>
                <a:lnTo>
                  <a:pt x="373482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3b44b2a58b8_1_0"/>
          <p:cNvSpPr/>
          <p:nvPr/>
        </p:nvSpPr>
        <p:spPr>
          <a:xfrm>
            <a:off x="6452676" y="2221896"/>
            <a:ext cx="3645408" cy="3759676"/>
          </a:xfrm>
          <a:custGeom>
            <a:rect b="b" l="l" r="r" t="t"/>
            <a:pathLst>
              <a:path extrusionOk="0" h="698500" w="812800">
                <a:moveTo>
                  <a:pt x="812800" y="349250"/>
                </a:moveTo>
                <a:lnTo>
                  <a:pt x="609600" y="698500"/>
                </a:lnTo>
                <a:lnTo>
                  <a:pt x="203200" y="698500"/>
                </a:lnTo>
                <a:lnTo>
                  <a:pt x="0" y="349250"/>
                </a:lnTo>
                <a:lnTo>
                  <a:pt x="203200" y="0"/>
                </a:lnTo>
                <a:lnTo>
                  <a:pt x="609600" y="0"/>
                </a:lnTo>
                <a:lnTo>
                  <a:pt x="812800" y="34925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26108" r="-26098" t="0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g3b44b2a58b8_1_0"/>
          <p:cNvSpPr/>
          <p:nvPr/>
        </p:nvSpPr>
        <p:spPr>
          <a:xfrm rot="7020655">
            <a:off x="5261036" y="-553344"/>
            <a:ext cx="3901157" cy="1305438"/>
          </a:xfrm>
          <a:custGeom>
            <a:rect b="b" l="l" r="r" t="t"/>
            <a:pathLst>
              <a:path extrusionOk="0" h="987798" w="2715327">
                <a:moveTo>
                  <a:pt x="0" y="0"/>
                </a:moveTo>
                <a:lnTo>
                  <a:pt x="2715326" y="0"/>
                </a:lnTo>
                <a:lnTo>
                  <a:pt x="2715326" y="987797"/>
                </a:lnTo>
                <a:lnTo>
                  <a:pt x="0" y="9877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59897" r="0" t="0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b44b2a58b8_1_0"/>
          <p:cNvSpPr/>
          <p:nvPr/>
        </p:nvSpPr>
        <p:spPr>
          <a:xfrm rot="7025981">
            <a:off x="7297909" y="-35647"/>
            <a:ext cx="1953953" cy="409489"/>
          </a:xfrm>
          <a:custGeom>
            <a:rect b="b" l="l" r="r" t="t"/>
            <a:pathLst>
              <a:path extrusionOk="0" h="309158" w="1358937">
                <a:moveTo>
                  <a:pt x="0" y="0"/>
                </a:moveTo>
                <a:lnTo>
                  <a:pt x="1358937" y="0"/>
                </a:lnTo>
                <a:lnTo>
                  <a:pt x="1358937" y="309158"/>
                </a:lnTo>
                <a:lnTo>
                  <a:pt x="0" y="3091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9" name="Google Shape;89;g3b44b2a58b8_1_0"/>
          <p:cNvGrpSpPr/>
          <p:nvPr/>
        </p:nvGrpSpPr>
        <p:grpSpPr>
          <a:xfrm>
            <a:off x="6116866" y="650625"/>
            <a:ext cx="1012749" cy="1215299"/>
            <a:chOff x="0" y="0"/>
            <a:chExt cx="812800" cy="812800"/>
          </a:xfrm>
        </p:grpSpPr>
        <p:sp>
          <p:nvSpPr>
            <p:cNvPr id="90" name="Google Shape;90;g3b44b2a58b8_1_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g3b44b2a58b8_1_0"/>
            <p:cNvSpPr txBox="1"/>
            <p:nvPr/>
          </p:nvSpPr>
          <p:spPr>
            <a:xfrm>
              <a:off x="76200" y="66675"/>
              <a:ext cx="660300" cy="6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000" lIns="9000" spcFirstLastPara="1" rIns="9000" wrap="square" tIns="9000">
              <a:noAutofit/>
            </a:bodyPr>
            <a:lstStyle/>
            <a:p>
              <a:pPr indent="0" lvl="0" marL="0" marR="0" rtl="0" algn="ctr">
                <a:lnSpc>
                  <a:spcPct val="25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" name="Google Shape;92;g3b44b2a58b8_1_0"/>
          <p:cNvGrpSpPr/>
          <p:nvPr/>
        </p:nvGrpSpPr>
        <p:grpSpPr>
          <a:xfrm>
            <a:off x="-9" y="2752844"/>
            <a:ext cx="4394123" cy="548125"/>
            <a:chOff x="0" y="0"/>
            <a:chExt cx="3911102" cy="406500"/>
          </a:xfrm>
        </p:grpSpPr>
        <p:sp>
          <p:nvSpPr>
            <p:cNvPr id="93" name="Google Shape;93;g3b44b2a58b8_1_0"/>
            <p:cNvSpPr/>
            <p:nvPr/>
          </p:nvSpPr>
          <p:spPr>
            <a:xfrm>
              <a:off x="0" y="0"/>
              <a:ext cx="3911102" cy="406400"/>
            </a:xfrm>
            <a:custGeom>
              <a:rect b="b" l="l" r="r" t="t"/>
              <a:pathLst>
                <a:path extrusionOk="0" h="406400" w="3911102">
                  <a:moveTo>
                    <a:pt x="3707902" y="0"/>
                  </a:moveTo>
                  <a:cubicBezTo>
                    <a:pt x="3820126" y="0"/>
                    <a:pt x="3911102" y="90976"/>
                    <a:pt x="3911102" y="203200"/>
                  </a:cubicBezTo>
                  <a:cubicBezTo>
                    <a:pt x="3911102" y="315424"/>
                    <a:pt x="3820126" y="406400"/>
                    <a:pt x="370790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B952D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g3b44b2a58b8_1_0"/>
            <p:cNvSpPr txBox="1"/>
            <p:nvPr/>
          </p:nvSpPr>
          <p:spPr>
            <a:xfrm>
              <a:off x="0" y="0"/>
              <a:ext cx="3911100" cy="40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425" lIns="7425" spcFirstLastPara="1" rIns="7425" wrap="square" tIns="7425">
              <a:noAutofit/>
            </a:bodyPr>
            <a:lstStyle/>
            <a:p>
              <a:pPr indent="0" lvl="0" marL="0" marR="0" rtl="0" algn="ctr">
                <a:lnSpc>
                  <a:spcPct val="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5" name="Google Shape;95;g3b44b2a58b8_1_0"/>
          <p:cNvSpPr/>
          <p:nvPr/>
        </p:nvSpPr>
        <p:spPr>
          <a:xfrm>
            <a:off x="3556944" y="2838933"/>
            <a:ext cx="313279" cy="375935"/>
          </a:xfrm>
          <a:custGeom>
            <a:rect b="b" l="l" r="r" t="t"/>
            <a:pathLst>
              <a:path extrusionOk="0" h="250623" w="250623">
                <a:moveTo>
                  <a:pt x="0" y="0"/>
                </a:moveTo>
                <a:lnTo>
                  <a:pt x="250623" y="0"/>
                </a:lnTo>
                <a:lnTo>
                  <a:pt x="250623" y="250623"/>
                </a:lnTo>
                <a:lnTo>
                  <a:pt x="0" y="2506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b44b2a58b8_1_0"/>
          <p:cNvSpPr txBox="1"/>
          <p:nvPr/>
        </p:nvSpPr>
        <p:spPr>
          <a:xfrm>
            <a:off x="458911" y="1215753"/>
            <a:ext cx="2245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084A5A"/>
                </a:solidFill>
                <a:latin typeface="Poppins"/>
                <a:ea typeface="Poppins"/>
                <a:cs typeface="Poppins"/>
                <a:sym typeface="Poppins"/>
              </a:rPr>
              <a:t>AI FOR</a:t>
            </a:r>
            <a:endParaRPr sz="1900"/>
          </a:p>
        </p:txBody>
      </p:sp>
      <p:sp>
        <p:nvSpPr>
          <p:cNvPr id="97" name="Google Shape;97;g3b44b2a58b8_1_0"/>
          <p:cNvSpPr txBox="1"/>
          <p:nvPr/>
        </p:nvSpPr>
        <p:spPr>
          <a:xfrm>
            <a:off x="484121" y="1903329"/>
            <a:ext cx="4087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242424"/>
                </a:solidFill>
                <a:latin typeface="Poppins"/>
                <a:ea typeface="Poppins"/>
                <a:cs typeface="Poppins"/>
                <a:sym typeface="Poppins"/>
              </a:rPr>
              <a:t>EDUCATORS</a:t>
            </a:r>
            <a:endParaRPr sz="1900"/>
          </a:p>
        </p:txBody>
      </p:sp>
      <p:sp>
        <p:nvSpPr>
          <p:cNvPr id="98" name="Google Shape;98;g3b44b2a58b8_1_0"/>
          <p:cNvSpPr txBox="1"/>
          <p:nvPr/>
        </p:nvSpPr>
        <p:spPr>
          <a:xfrm>
            <a:off x="425815" y="2896104"/>
            <a:ext cx="2677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242424"/>
                </a:solidFill>
                <a:latin typeface="Open Sans"/>
                <a:ea typeface="Open Sans"/>
                <a:cs typeface="Open Sans"/>
                <a:sym typeface="Open Sans"/>
              </a:rPr>
              <a:t>Microsoft Elevate</a:t>
            </a:r>
            <a:endParaRPr sz="1900"/>
          </a:p>
        </p:txBody>
      </p:sp>
      <p:sp>
        <p:nvSpPr>
          <p:cNvPr id="99" name="Google Shape;99;g3b44b2a58b8_1_0"/>
          <p:cNvSpPr txBox="1"/>
          <p:nvPr/>
        </p:nvSpPr>
        <p:spPr>
          <a:xfrm>
            <a:off x="548640" y="3657905"/>
            <a:ext cx="4556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84A5A"/>
                </a:solidFill>
                <a:latin typeface="Open Sans"/>
                <a:ea typeface="Open Sans"/>
                <a:cs typeface="Open Sans"/>
                <a:sym typeface="Open Sans"/>
              </a:rPr>
              <a:t>IMPLEMENTATION BY: </a:t>
            </a:r>
            <a:endParaRPr sz="1900"/>
          </a:p>
        </p:txBody>
      </p:sp>
      <p:sp>
        <p:nvSpPr>
          <p:cNvPr id="100" name="Google Shape;100;g3b44b2a58b8_1_0"/>
          <p:cNvSpPr txBox="1"/>
          <p:nvPr/>
        </p:nvSpPr>
        <p:spPr>
          <a:xfrm>
            <a:off x="425817" y="4931385"/>
            <a:ext cx="5691000" cy="11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9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84A5A"/>
                </a:solidFill>
                <a:latin typeface="Open Sans"/>
                <a:ea typeface="Open Sans"/>
                <a:cs typeface="Open Sans"/>
                <a:sym typeface="Open Sans"/>
              </a:rPr>
              <a:t>“TECHNOLOGY WILL NEVER REPLACE GREAT TEACHERS.</a:t>
            </a:r>
            <a:endParaRPr sz="1900"/>
          </a:p>
          <a:p>
            <a:pPr indent="0" lvl="0" marL="0" marR="0" rtl="0" algn="l">
              <a:lnSpc>
                <a:spcPct val="1759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84A5A"/>
                </a:solidFill>
                <a:latin typeface="Open Sans"/>
                <a:ea typeface="Open Sans"/>
                <a:cs typeface="Open Sans"/>
                <a:sym typeface="Open Sans"/>
              </a:rPr>
              <a:t>BUT IN THE HANDS OF GREAT TEACHERS, IT BECOMES TRANSFORMATIONAL.”</a:t>
            </a:r>
            <a:endParaRPr sz="1900"/>
          </a:p>
          <a:p>
            <a:pPr indent="0" lvl="0" marL="0" marR="0" rtl="0" algn="l">
              <a:lnSpc>
                <a:spcPct val="1759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84A5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g3b44b2a58b8_1_0"/>
          <p:cNvSpPr/>
          <p:nvPr/>
        </p:nvSpPr>
        <p:spPr>
          <a:xfrm>
            <a:off x="8221540" y="1497267"/>
            <a:ext cx="747639" cy="313016"/>
          </a:xfrm>
          <a:custGeom>
            <a:rect b="b" l="l" r="r" t="t"/>
            <a:pathLst>
              <a:path extrusionOk="0" h="208677" w="598111">
                <a:moveTo>
                  <a:pt x="0" y="0"/>
                </a:moveTo>
                <a:lnTo>
                  <a:pt x="598112" y="0"/>
                </a:lnTo>
                <a:lnTo>
                  <a:pt x="598112" y="208677"/>
                </a:lnTo>
                <a:lnTo>
                  <a:pt x="0" y="2086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394878" l="0" r="-92927" t="0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b44b2a58b8_1_0"/>
          <p:cNvSpPr/>
          <p:nvPr/>
        </p:nvSpPr>
        <p:spPr>
          <a:xfrm>
            <a:off x="4258636" y="5979483"/>
            <a:ext cx="747639" cy="313015"/>
          </a:xfrm>
          <a:custGeom>
            <a:rect b="b" l="l" r="r" t="t"/>
            <a:pathLst>
              <a:path extrusionOk="0" h="208677" w="598111">
                <a:moveTo>
                  <a:pt x="0" y="0"/>
                </a:moveTo>
                <a:lnTo>
                  <a:pt x="598111" y="0"/>
                </a:lnTo>
                <a:lnTo>
                  <a:pt x="598111" y="208677"/>
                </a:lnTo>
                <a:lnTo>
                  <a:pt x="0" y="2086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394878" l="0" r="-92927" t="0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3b44b2a58b8_1_0"/>
          <p:cNvSpPr txBox="1"/>
          <p:nvPr/>
        </p:nvSpPr>
        <p:spPr>
          <a:xfrm>
            <a:off x="571500" y="4230876"/>
            <a:ext cx="4556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84A5A"/>
                </a:solidFill>
                <a:latin typeface="Open Sans"/>
                <a:ea typeface="Open Sans"/>
                <a:cs typeface="Open Sans"/>
                <a:sym typeface="Open Sans"/>
              </a:rPr>
              <a:t>KNOWLEDGE PARTNER: </a:t>
            </a:r>
            <a:endParaRPr sz="1900"/>
          </a:p>
        </p:txBody>
      </p:sp>
      <p:sp>
        <p:nvSpPr>
          <p:cNvPr id="104" name="Google Shape;104;g3b44b2a58b8_1_0"/>
          <p:cNvSpPr/>
          <p:nvPr/>
        </p:nvSpPr>
        <p:spPr>
          <a:xfrm>
            <a:off x="2849810" y="3581077"/>
            <a:ext cx="785484" cy="490706"/>
          </a:xfrm>
          <a:custGeom>
            <a:rect b="b" l="l" r="r" t="t"/>
            <a:pathLst>
              <a:path extrusionOk="0" h="327137" w="628387">
                <a:moveTo>
                  <a:pt x="0" y="0"/>
                </a:moveTo>
                <a:lnTo>
                  <a:pt x="628387" y="0"/>
                </a:lnTo>
                <a:lnTo>
                  <a:pt x="628387" y="327136"/>
                </a:lnTo>
                <a:lnTo>
                  <a:pt x="0" y="327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-4129" l="0" r="0" t="-1339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3b44b2a58b8_1_0"/>
          <p:cNvSpPr/>
          <p:nvPr/>
        </p:nvSpPr>
        <p:spPr>
          <a:xfrm>
            <a:off x="548640" y="488238"/>
            <a:ext cx="1694607" cy="584640"/>
          </a:xfrm>
          <a:custGeom>
            <a:rect b="b" l="l" r="r" t="t"/>
            <a:pathLst>
              <a:path extrusionOk="0" h="389760" w="1355686">
                <a:moveTo>
                  <a:pt x="0" y="0"/>
                </a:moveTo>
                <a:lnTo>
                  <a:pt x="1355686" y="0"/>
                </a:lnTo>
                <a:lnTo>
                  <a:pt x="1355686" y="389760"/>
                </a:lnTo>
                <a:lnTo>
                  <a:pt x="0" y="3897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g3b44b2a58b8_1_0"/>
          <p:cNvSpPr/>
          <p:nvPr/>
        </p:nvSpPr>
        <p:spPr>
          <a:xfrm>
            <a:off x="3057860" y="4215141"/>
            <a:ext cx="1445606" cy="420578"/>
          </a:xfrm>
          <a:custGeom>
            <a:rect b="b" l="l" r="r" t="t"/>
            <a:pathLst>
              <a:path extrusionOk="0" h="280385" w="1156485">
                <a:moveTo>
                  <a:pt x="0" y="0"/>
                </a:moveTo>
                <a:lnTo>
                  <a:pt x="1156485" y="0"/>
                </a:lnTo>
                <a:lnTo>
                  <a:pt x="1156485" y="280385"/>
                </a:lnTo>
                <a:lnTo>
                  <a:pt x="0" y="2803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-9299" l="-1689" r="-1689" t="-18618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44b2a58b8_1_26"/>
          <p:cNvSpPr/>
          <p:nvPr/>
        </p:nvSpPr>
        <p:spPr>
          <a:xfrm>
            <a:off x="8167734" y="105265"/>
            <a:ext cx="809534" cy="505730"/>
          </a:xfrm>
          <a:custGeom>
            <a:rect b="b" l="l" r="r" t="t"/>
            <a:pathLst>
              <a:path extrusionOk="0" h="337153" w="647627">
                <a:moveTo>
                  <a:pt x="0" y="0"/>
                </a:moveTo>
                <a:lnTo>
                  <a:pt x="647626" y="0"/>
                </a:lnTo>
                <a:lnTo>
                  <a:pt x="647626" y="337153"/>
                </a:lnTo>
                <a:lnTo>
                  <a:pt x="0" y="337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129" l="0" r="0" t="-1339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b44b2a58b8_1_26"/>
          <p:cNvSpPr/>
          <p:nvPr/>
        </p:nvSpPr>
        <p:spPr>
          <a:xfrm>
            <a:off x="68145" y="129204"/>
            <a:ext cx="1219464" cy="354785"/>
          </a:xfrm>
          <a:custGeom>
            <a:rect b="b" l="l" r="r" t="t"/>
            <a:pathLst>
              <a:path extrusionOk="0" h="236523" w="975571">
                <a:moveTo>
                  <a:pt x="0" y="0"/>
                </a:moveTo>
                <a:lnTo>
                  <a:pt x="975571" y="0"/>
                </a:lnTo>
                <a:lnTo>
                  <a:pt x="975571" y="236523"/>
                </a:lnTo>
                <a:lnTo>
                  <a:pt x="0" y="2365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299" l="-1689" r="-1689" t="-18618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3" name="Google Shape;113;g3b44b2a58b8_1_26"/>
          <p:cNvGrpSpPr/>
          <p:nvPr/>
        </p:nvGrpSpPr>
        <p:grpSpPr>
          <a:xfrm>
            <a:off x="0" y="6321082"/>
            <a:ext cx="9332197" cy="623064"/>
            <a:chOff x="0" y="-19050"/>
            <a:chExt cx="4424100" cy="246144"/>
          </a:xfrm>
        </p:grpSpPr>
        <p:sp>
          <p:nvSpPr>
            <p:cNvPr id="114" name="Google Shape;114;g3b44b2a58b8_1_26"/>
            <p:cNvSpPr/>
            <p:nvPr/>
          </p:nvSpPr>
          <p:spPr>
            <a:xfrm>
              <a:off x="0" y="0"/>
              <a:ext cx="4424017" cy="227094"/>
            </a:xfrm>
            <a:custGeom>
              <a:rect b="b" l="l" r="r" t="t"/>
              <a:pathLst>
                <a:path extrusionOk="0" h="227094" w="4424017">
                  <a:moveTo>
                    <a:pt x="0" y="0"/>
                  </a:moveTo>
                  <a:lnTo>
                    <a:pt x="4424017" y="0"/>
                  </a:lnTo>
                  <a:lnTo>
                    <a:pt x="4424017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g3b44b2a58b8_1_26"/>
            <p:cNvSpPr txBox="1"/>
            <p:nvPr/>
          </p:nvSpPr>
          <p:spPr>
            <a:xfrm>
              <a:off x="0" y="-19050"/>
              <a:ext cx="44241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" name="Google Shape;116;g3b44b2a58b8_1_26"/>
          <p:cNvGrpSpPr/>
          <p:nvPr/>
        </p:nvGrpSpPr>
        <p:grpSpPr>
          <a:xfrm>
            <a:off x="1370953" y="-48221"/>
            <a:ext cx="2711001" cy="623064"/>
            <a:chOff x="0" y="-19050"/>
            <a:chExt cx="1285200" cy="246144"/>
          </a:xfrm>
        </p:grpSpPr>
        <p:sp>
          <p:nvSpPr>
            <p:cNvPr id="117" name="Google Shape;117;g3b44b2a58b8_1_26"/>
            <p:cNvSpPr/>
            <p:nvPr/>
          </p:nvSpPr>
          <p:spPr>
            <a:xfrm>
              <a:off x="0" y="0"/>
              <a:ext cx="1285144" cy="227094"/>
            </a:xfrm>
            <a:custGeom>
              <a:rect b="b" l="l" r="r" t="t"/>
              <a:pathLst>
                <a:path extrusionOk="0" h="227094" w="1285144">
                  <a:moveTo>
                    <a:pt x="0" y="0"/>
                  </a:moveTo>
                  <a:lnTo>
                    <a:pt x="1285144" y="0"/>
                  </a:lnTo>
                  <a:lnTo>
                    <a:pt x="1285144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g3b44b2a58b8_1_26"/>
            <p:cNvSpPr txBox="1"/>
            <p:nvPr/>
          </p:nvSpPr>
          <p:spPr>
            <a:xfrm>
              <a:off x="0" y="-19050"/>
              <a:ext cx="12852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9" name="Google Shape;119;g3b44b2a58b8_1_26"/>
          <p:cNvSpPr/>
          <p:nvPr/>
        </p:nvSpPr>
        <p:spPr>
          <a:xfrm>
            <a:off x="4149165" y="88736"/>
            <a:ext cx="1151770" cy="397361"/>
          </a:xfrm>
          <a:custGeom>
            <a:rect b="b" l="l" r="r" t="t"/>
            <a:pathLst>
              <a:path extrusionOk="0" h="264907" w="921416">
                <a:moveTo>
                  <a:pt x="0" y="0"/>
                </a:moveTo>
                <a:lnTo>
                  <a:pt x="921416" y="0"/>
                </a:lnTo>
                <a:lnTo>
                  <a:pt x="921416" y="264907"/>
                </a:lnTo>
                <a:lnTo>
                  <a:pt x="0" y="2649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0" name="Google Shape;120;g3b44b2a58b8_1_26"/>
          <p:cNvGrpSpPr/>
          <p:nvPr/>
        </p:nvGrpSpPr>
        <p:grpSpPr>
          <a:xfrm>
            <a:off x="5372372" y="-29041"/>
            <a:ext cx="2711001" cy="623064"/>
            <a:chOff x="0" y="-19050"/>
            <a:chExt cx="1285200" cy="246144"/>
          </a:xfrm>
        </p:grpSpPr>
        <p:sp>
          <p:nvSpPr>
            <p:cNvPr id="121" name="Google Shape;121;g3b44b2a58b8_1_26"/>
            <p:cNvSpPr/>
            <p:nvPr/>
          </p:nvSpPr>
          <p:spPr>
            <a:xfrm>
              <a:off x="0" y="0"/>
              <a:ext cx="1285144" cy="227094"/>
            </a:xfrm>
            <a:custGeom>
              <a:rect b="b" l="l" r="r" t="t"/>
              <a:pathLst>
                <a:path extrusionOk="0" h="227094" w="1285144">
                  <a:moveTo>
                    <a:pt x="0" y="0"/>
                  </a:moveTo>
                  <a:lnTo>
                    <a:pt x="1285144" y="0"/>
                  </a:lnTo>
                  <a:lnTo>
                    <a:pt x="1285144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g3b44b2a58b8_1_26"/>
            <p:cNvSpPr txBox="1"/>
            <p:nvPr/>
          </p:nvSpPr>
          <p:spPr>
            <a:xfrm>
              <a:off x="0" y="-19050"/>
              <a:ext cx="12852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3" name="Google Shape;123;g3b44b2a58b8_1_26"/>
          <p:cNvSpPr txBox="1"/>
          <p:nvPr>
            <p:ph idx="4294967295" type="ctrTitle"/>
          </p:nvPr>
        </p:nvSpPr>
        <p:spPr>
          <a:xfrm>
            <a:off x="685800" y="147987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Copilot ની મદદથી પ્રેઝન્ટેશન કેવી રીતે બનાવવી?</a:t>
            </a:r>
            <a:endParaRPr/>
          </a:p>
        </p:txBody>
      </p:sp>
      <p:sp>
        <p:nvSpPr>
          <p:cNvPr id="124" name="Google Shape;124;g3b44b2a58b8_1_26"/>
          <p:cNvSpPr txBox="1"/>
          <p:nvPr>
            <p:ph idx="4294967295" type="subTitle"/>
          </p:nvPr>
        </p:nvSpPr>
        <p:spPr>
          <a:xfrm>
            <a:off x="1371600" y="323565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શિક્ષકો માટે માર્ગદર્શિકા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44b2a58b8_1_120"/>
          <p:cNvSpPr/>
          <p:nvPr/>
        </p:nvSpPr>
        <p:spPr>
          <a:xfrm>
            <a:off x="8167734" y="105265"/>
            <a:ext cx="809534" cy="505730"/>
          </a:xfrm>
          <a:custGeom>
            <a:rect b="b" l="l" r="r" t="t"/>
            <a:pathLst>
              <a:path extrusionOk="0" h="337153" w="647627">
                <a:moveTo>
                  <a:pt x="0" y="0"/>
                </a:moveTo>
                <a:lnTo>
                  <a:pt x="647626" y="0"/>
                </a:lnTo>
                <a:lnTo>
                  <a:pt x="647626" y="337153"/>
                </a:lnTo>
                <a:lnTo>
                  <a:pt x="0" y="337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129" l="0" r="0" t="-1339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b44b2a58b8_1_120"/>
          <p:cNvSpPr/>
          <p:nvPr/>
        </p:nvSpPr>
        <p:spPr>
          <a:xfrm>
            <a:off x="68145" y="129204"/>
            <a:ext cx="1219464" cy="354785"/>
          </a:xfrm>
          <a:custGeom>
            <a:rect b="b" l="l" r="r" t="t"/>
            <a:pathLst>
              <a:path extrusionOk="0" h="236523" w="975571">
                <a:moveTo>
                  <a:pt x="0" y="0"/>
                </a:moveTo>
                <a:lnTo>
                  <a:pt x="975571" y="0"/>
                </a:lnTo>
                <a:lnTo>
                  <a:pt x="975571" y="236523"/>
                </a:lnTo>
                <a:lnTo>
                  <a:pt x="0" y="2365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299" l="-1689" r="-1689" t="-18618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1" name="Google Shape;131;g3b44b2a58b8_1_120"/>
          <p:cNvGrpSpPr/>
          <p:nvPr/>
        </p:nvGrpSpPr>
        <p:grpSpPr>
          <a:xfrm>
            <a:off x="0" y="6321082"/>
            <a:ext cx="9332197" cy="623064"/>
            <a:chOff x="0" y="-19050"/>
            <a:chExt cx="4424100" cy="246144"/>
          </a:xfrm>
        </p:grpSpPr>
        <p:sp>
          <p:nvSpPr>
            <p:cNvPr id="132" name="Google Shape;132;g3b44b2a58b8_1_120"/>
            <p:cNvSpPr/>
            <p:nvPr/>
          </p:nvSpPr>
          <p:spPr>
            <a:xfrm>
              <a:off x="0" y="0"/>
              <a:ext cx="4424017" cy="227094"/>
            </a:xfrm>
            <a:custGeom>
              <a:rect b="b" l="l" r="r" t="t"/>
              <a:pathLst>
                <a:path extrusionOk="0" h="227094" w="4424017">
                  <a:moveTo>
                    <a:pt x="0" y="0"/>
                  </a:moveTo>
                  <a:lnTo>
                    <a:pt x="4424017" y="0"/>
                  </a:lnTo>
                  <a:lnTo>
                    <a:pt x="4424017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g3b44b2a58b8_1_120"/>
            <p:cNvSpPr txBox="1"/>
            <p:nvPr/>
          </p:nvSpPr>
          <p:spPr>
            <a:xfrm>
              <a:off x="0" y="-19050"/>
              <a:ext cx="44241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" name="Google Shape;134;g3b44b2a58b8_1_120"/>
          <p:cNvGrpSpPr/>
          <p:nvPr/>
        </p:nvGrpSpPr>
        <p:grpSpPr>
          <a:xfrm>
            <a:off x="1370953" y="-48221"/>
            <a:ext cx="2711001" cy="623064"/>
            <a:chOff x="0" y="-19050"/>
            <a:chExt cx="1285200" cy="246144"/>
          </a:xfrm>
        </p:grpSpPr>
        <p:sp>
          <p:nvSpPr>
            <p:cNvPr id="135" name="Google Shape;135;g3b44b2a58b8_1_120"/>
            <p:cNvSpPr/>
            <p:nvPr/>
          </p:nvSpPr>
          <p:spPr>
            <a:xfrm>
              <a:off x="0" y="0"/>
              <a:ext cx="1285144" cy="227094"/>
            </a:xfrm>
            <a:custGeom>
              <a:rect b="b" l="l" r="r" t="t"/>
              <a:pathLst>
                <a:path extrusionOk="0" h="227094" w="1285144">
                  <a:moveTo>
                    <a:pt x="0" y="0"/>
                  </a:moveTo>
                  <a:lnTo>
                    <a:pt x="1285144" y="0"/>
                  </a:lnTo>
                  <a:lnTo>
                    <a:pt x="1285144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g3b44b2a58b8_1_120"/>
            <p:cNvSpPr txBox="1"/>
            <p:nvPr/>
          </p:nvSpPr>
          <p:spPr>
            <a:xfrm>
              <a:off x="0" y="-19050"/>
              <a:ext cx="12852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7" name="Google Shape;137;g3b44b2a58b8_1_120"/>
          <p:cNvSpPr/>
          <p:nvPr/>
        </p:nvSpPr>
        <p:spPr>
          <a:xfrm>
            <a:off x="4149165" y="88736"/>
            <a:ext cx="1151770" cy="397361"/>
          </a:xfrm>
          <a:custGeom>
            <a:rect b="b" l="l" r="r" t="t"/>
            <a:pathLst>
              <a:path extrusionOk="0" h="264907" w="921416">
                <a:moveTo>
                  <a:pt x="0" y="0"/>
                </a:moveTo>
                <a:lnTo>
                  <a:pt x="921416" y="0"/>
                </a:lnTo>
                <a:lnTo>
                  <a:pt x="921416" y="264907"/>
                </a:lnTo>
                <a:lnTo>
                  <a:pt x="0" y="2649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8" name="Google Shape;138;g3b44b2a58b8_1_120"/>
          <p:cNvGrpSpPr/>
          <p:nvPr/>
        </p:nvGrpSpPr>
        <p:grpSpPr>
          <a:xfrm>
            <a:off x="5372372" y="-29041"/>
            <a:ext cx="2711001" cy="623064"/>
            <a:chOff x="0" y="-19050"/>
            <a:chExt cx="1285200" cy="246144"/>
          </a:xfrm>
        </p:grpSpPr>
        <p:sp>
          <p:nvSpPr>
            <p:cNvPr id="139" name="Google Shape;139;g3b44b2a58b8_1_120"/>
            <p:cNvSpPr/>
            <p:nvPr/>
          </p:nvSpPr>
          <p:spPr>
            <a:xfrm>
              <a:off x="0" y="0"/>
              <a:ext cx="1285144" cy="227094"/>
            </a:xfrm>
            <a:custGeom>
              <a:rect b="b" l="l" r="r" t="t"/>
              <a:pathLst>
                <a:path extrusionOk="0" h="227094" w="1285144">
                  <a:moveTo>
                    <a:pt x="0" y="0"/>
                  </a:moveTo>
                  <a:lnTo>
                    <a:pt x="1285144" y="0"/>
                  </a:lnTo>
                  <a:lnTo>
                    <a:pt x="1285144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g3b44b2a58b8_1_120"/>
            <p:cNvSpPr txBox="1"/>
            <p:nvPr/>
          </p:nvSpPr>
          <p:spPr>
            <a:xfrm>
              <a:off x="0" y="-19050"/>
              <a:ext cx="12852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g3b44b2a58b8_1_120"/>
          <p:cNvSpPr txBox="1"/>
          <p:nvPr>
            <p:ph idx="4294967295" type="title"/>
          </p:nvPr>
        </p:nvSpPr>
        <p:spPr>
          <a:xfrm>
            <a:off x="457200" y="62261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Copilot શું છે?</a:t>
            </a:r>
            <a:endParaRPr/>
          </a:p>
        </p:txBody>
      </p:sp>
      <p:sp>
        <p:nvSpPr>
          <p:cNvPr id="142" name="Google Shape;142;g3b44b2a58b8_1_120"/>
          <p:cNvSpPr txBox="1"/>
          <p:nvPr>
            <p:ph idx="4294967295" type="body"/>
          </p:nvPr>
        </p:nvSpPr>
        <p:spPr>
          <a:xfrm>
            <a:off x="457200" y="1850075"/>
            <a:ext cx="8229600" cy="42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Copilot એ Microsoft નું AI સહાયક સાધન છે.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શિક્ષકો માટે ઉપયોગી કારણ કે તે: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સમય બચાવે છે (Saves Time)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સામગ્રી તૈયાર કરવામાં સહાય કરે છે (Helps Create Content)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પ્રેઝન્ટેશનને આકર્ષક બનાવે છે (Enhances Presentations)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44b2a58b8_1_154"/>
          <p:cNvSpPr/>
          <p:nvPr/>
        </p:nvSpPr>
        <p:spPr>
          <a:xfrm>
            <a:off x="8167734" y="105265"/>
            <a:ext cx="809534" cy="505730"/>
          </a:xfrm>
          <a:custGeom>
            <a:rect b="b" l="l" r="r" t="t"/>
            <a:pathLst>
              <a:path extrusionOk="0" h="337153" w="647627">
                <a:moveTo>
                  <a:pt x="0" y="0"/>
                </a:moveTo>
                <a:lnTo>
                  <a:pt x="647626" y="0"/>
                </a:lnTo>
                <a:lnTo>
                  <a:pt x="647626" y="337153"/>
                </a:lnTo>
                <a:lnTo>
                  <a:pt x="0" y="337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129" l="0" r="0" t="-1339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b44b2a58b8_1_154"/>
          <p:cNvSpPr/>
          <p:nvPr/>
        </p:nvSpPr>
        <p:spPr>
          <a:xfrm>
            <a:off x="68145" y="129204"/>
            <a:ext cx="1219464" cy="354785"/>
          </a:xfrm>
          <a:custGeom>
            <a:rect b="b" l="l" r="r" t="t"/>
            <a:pathLst>
              <a:path extrusionOk="0" h="236523" w="975571">
                <a:moveTo>
                  <a:pt x="0" y="0"/>
                </a:moveTo>
                <a:lnTo>
                  <a:pt x="975571" y="0"/>
                </a:lnTo>
                <a:lnTo>
                  <a:pt x="975571" y="236523"/>
                </a:lnTo>
                <a:lnTo>
                  <a:pt x="0" y="2365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299" l="-1689" r="-1689" t="-18618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9" name="Google Shape;149;g3b44b2a58b8_1_154"/>
          <p:cNvGrpSpPr/>
          <p:nvPr/>
        </p:nvGrpSpPr>
        <p:grpSpPr>
          <a:xfrm>
            <a:off x="0" y="6321082"/>
            <a:ext cx="9332197" cy="623064"/>
            <a:chOff x="0" y="-19050"/>
            <a:chExt cx="4424100" cy="246144"/>
          </a:xfrm>
        </p:grpSpPr>
        <p:sp>
          <p:nvSpPr>
            <p:cNvPr id="150" name="Google Shape;150;g3b44b2a58b8_1_154"/>
            <p:cNvSpPr/>
            <p:nvPr/>
          </p:nvSpPr>
          <p:spPr>
            <a:xfrm>
              <a:off x="0" y="0"/>
              <a:ext cx="4424017" cy="227094"/>
            </a:xfrm>
            <a:custGeom>
              <a:rect b="b" l="l" r="r" t="t"/>
              <a:pathLst>
                <a:path extrusionOk="0" h="227094" w="4424017">
                  <a:moveTo>
                    <a:pt x="0" y="0"/>
                  </a:moveTo>
                  <a:lnTo>
                    <a:pt x="4424017" y="0"/>
                  </a:lnTo>
                  <a:lnTo>
                    <a:pt x="4424017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g3b44b2a58b8_1_154"/>
            <p:cNvSpPr txBox="1"/>
            <p:nvPr/>
          </p:nvSpPr>
          <p:spPr>
            <a:xfrm>
              <a:off x="0" y="-19050"/>
              <a:ext cx="44241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" name="Google Shape;152;g3b44b2a58b8_1_154"/>
          <p:cNvGrpSpPr/>
          <p:nvPr/>
        </p:nvGrpSpPr>
        <p:grpSpPr>
          <a:xfrm>
            <a:off x="1370953" y="-48221"/>
            <a:ext cx="2711001" cy="623064"/>
            <a:chOff x="0" y="-19050"/>
            <a:chExt cx="1285200" cy="246144"/>
          </a:xfrm>
        </p:grpSpPr>
        <p:sp>
          <p:nvSpPr>
            <p:cNvPr id="153" name="Google Shape;153;g3b44b2a58b8_1_154"/>
            <p:cNvSpPr/>
            <p:nvPr/>
          </p:nvSpPr>
          <p:spPr>
            <a:xfrm>
              <a:off x="0" y="0"/>
              <a:ext cx="1285144" cy="227094"/>
            </a:xfrm>
            <a:custGeom>
              <a:rect b="b" l="l" r="r" t="t"/>
              <a:pathLst>
                <a:path extrusionOk="0" h="227094" w="1285144">
                  <a:moveTo>
                    <a:pt x="0" y="0"/>
                  </a:moveTo>
                  <a:lnTo>
                    <a:pt x="1285144" y="0"/>
                  </a:lnTo>
                  <a:lnTo>
                    <a:pt x="1285144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g3b44b2a58b8_1_154"/>
            <p:cNvSpPr txBox="1"/>
            <p:nvPr/>
          </p:nvSpPr>
          <p:spPr>
            <a:xfrm>
              <a:off x="0" y="-19050"/>
              <a:ext cx="12852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g3b44b2a58b8_1_154"/>
          <p:cNvSpPr/>
          <p:nvPr/>
        </p:nvSpPr>
        <p:spPr>
          <a:xfrm>
            <a:off x="4149165" y="88736"/>
            <a:ext cx="1151770" cy="397361"/>
          </a:xfrm>
          <a:custGeom>
            <a:rect b="b" l="l" r="r" t="t"/>
            <a:pathLst>
              <a:path extrusionOk="0" h="264907" w="921416">
                <a:moveTo>
                  <a:pt x="0" y="0"/>
                </a:moveTo>
                <a:lnTo>
                  <a:pt x="921416" y="0"/>
                </a:lnTo>
                <a:lnTo>
                  <a:pt x="921416" y="264907"/>
                </a:lnTo>
                <a:lnTo>
                  <a:pt x="0" y="2649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6" name="Google Shape;156;g3b44b2a58b8_1_154"/>
          <p:cNvGrpSpPr/>
          <p:nvPr/>
        </p:nvGrpSpPr>
        <p:grpSpPr>
          <a:xfrm>
            <a:off x="5372372" y="-29041"/>
            <a:ext cx="2711001" cy="623064"/>
            <a:chOff x="0" y="-19050"/>
            <a:chExt cx="1285200" cy="246144"/>
          </a:xfrm>
        </p:grpSpPr>
        <p:sp>
          <p:nvSpPr>
            <p:cNvPr id="157" name="Google Shape;157;g3b44b2a58b8_1_154"/>
            <p:cNvSpPr/>
            <p:nvPr/>
          </p:nvSpPr>
          <p:spPr>
            <a:xfrm>
              <a:off x="0" y="0"/>
              <a:ext cx="1285144" cy="227094"/>
            </a:xfrm>
            <a:custGeom>
              <a:rect b="b" l="l" r="r" t="t"/>
              <a:pathLst>
                <a:path extrusionOk="0" h="227094" w="1285144">
                  <a:moveTo>
                    <a:pt x="0" y="0"/>
                  </a:moveTo>
                  <a:lnTo>
                    <a:pt x="1285144" y="0"/>
                  </a:lnTo>
                  <a:lnTo>
                    <a:pt x="1285144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g3b44b2a58b8_1_154"/>
            <p:cNvSpPr txBox="1"/>
            <p:nvPr/>
          </p:nvSpPr>
          <p:spPr>
            <a:xfrm>
              <a:off x="0" y="-19050"/>
              <a:ext cx="12852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9" name="Google Shape;159;g3b44b2a58b8_1_154"/>
          <p:cNvSpPr txBox="1"/>
          <p:nvPr>
            <p:ph idx="4294967295" type="title"/>
          </p:nvPr>
        </p:nvSpPr>
        <p:spPr>
          <a:xfrm>
            <a:off x="457200" y="68251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Copilot નો ઉપયોગ કેવી રીતે કરવો?</a:t>
            </a:r>
            <a:endParaRPr/>
          </a:p>
        </p:txBody>
      </p:sp>
      <p:sp>
        <p:nvSpPr>
          <p:cNvPr id="160" name="Google Shape;160;g3b44b2a58b8_1_154"/>
          <p:cNvSpPr txBox="1"/>
          <p:nvPr>
            <p:ph idx="4294967295" type="body"/>
          </p:nvPr>
        </p:nvSpPr>
        <p:spPr>
          <a:xfrm>
            <a:off x="457200" y="2024050"/>
            <a:ext cx="8229600" cy="41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Copilot ખોલવાની રીત: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- PowerPoint ખોલો → Insert → Copilot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વિષય પસંદ કરો (Choose Topic)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Copilot દ્વારા સામગ્રી તૈયાર કરો (Generate Content)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Visuals, charts, posters ઉમેરો (Add Visuals)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b44b2a58b8_1_137"/>
          <p:cNvSpPr/>
          <p:nvPr/>
        </p:nvSpPr>
        <p:spPr>
          <a:xfrm>
            <a:off x="8167734" y="105265"/>
            <a:ext cx="809534" cy="505730"/>
          </a:xfrm>
          <a:custGeom>
            <a:rect b="b" l="l" r="r" t="t"/>
            <a:pathLst>
              <a:path extrusionOk="0" h="337153" w="647627">
                <a:moveTo>
                  <a:pt x="0" y="0"/>
                </a:moveTo>
                <a:lnTo>
                  <a:pt x="647626" y="0"/>
                </a:lnTo>
                <a:lnTo>
                  <a:pt x="647626" y="337153"/>
                </a:lnTo>
                <a:lnTo>
                  <a:pt x="0" y="337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129" l="0" r="0" t="-1339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b44b2a58b8_1_137"/>
          <p:cNvSpPr/>
          <p:nvPr/>
        </p:nvSpPr>
        <p:spPr>
          <a:xfrm>
            <a:off x="68145" y="129204"/>
            <a:ext cx="1219464" cy="354785"/>
          </a:xfrm>
          <a:custGeom>
            <a:rect b="b" l="l" r="r" t="t"/>
            <a:pathLst>
              <a:path extrusionOk="0" h="236523" w="975571">
                <a:moveTo>
                  <a:pt x="0" y="0"/>
                </a:moveTo>
                <a:lnTo>
                  <a:pt x="975571" y="0"/>
                </a:lnTo>
                <a:lnTo>
                  <a:pt x="975571" y="236523"/>
                </a:lnTo>
                <a:lnTo>
                  <a:pt x="0" y="2365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299" l="-1689" r="-1689" t="-18618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7" name="Google Shape;167;g3b44b2a58b8_1_137"/>
          <p:cNvGrpSpPr/>
          <p:nvPr/>
        </p:nvGrpSpPr>
        <p:grpSpPr>
          <a:xfrm>
            <a:off x="0" y="6321082"/>
            <a:ext cx="9332197" cy="623064"/>
            <a:chOff x="0" y="-19050"/>
            <a:chExt cx="4424100" cy="246144"/>
          </a:xfrm>
        </p:grpSpPr>
        <p:sp>
          <p:nvSpPr>
            <p:cNvPr id="168" name="Google Shape;168;g3b44b2a58b8_1_137"/>
            <p:cNvSpPr/>
            <p:nvPr/>
          </p:nvSpPr>
          <p:spPr>
            <a:xfrm>
              <a:off x="0" y="0"/>
              <a:ext cx="4424017" cy="227094"/>
            </a:xfrm>
            <a:custGeom>
              <a:rect b="b" l="l" r="r" t="t"/>
              <a:pathLst>
                <a:path extrusionOk="0" h="227094" w="4424017">
                  <a:moveTo>
                    <a:pt x="0" y="0"/>
                  </a:moveTo>
                  <a:lnTo>
                    <a:pt x="4424017" y="0"/>
                  </a:lnTo>
                  <a:lnTo>
                    <a:pt x="4424017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g3b44b2a58b8_1_137"/>
            <p:cNvSpPr txBox="1"/>
            <p:nvPr/>
          </p:nvSpPr>
          <p:spPr>
            <a:xfrm>
              <a:off x="0" y="-19050"/>
              <a:ext cx="44241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0" name="Google Shape;170;g3b44b2a58b8_1_137"/>
          <p:cNvGrpSpPr/>
          <p:nvPr/>
        </p:nvGrpSpPr>
        <p:grpSpPr>
          <a:xfrm>
            <a:off x="1370953" y="-48221"/>
            <a:ext cx="2711001" cy="623064"/>
            <a:chOff x="0" y="-19050"/>
            <a:chExt cx="1285200" cy="246144"/>
          </a:xfrm>
        </p:grpSpPr>
        <p:sp>
          <p:nvSpPr>
            <p:cNvPr id="171" name="Google Shape;171;g3b44b2a58b8_1_137"/>
            <p:cNvSpPr/>
            <p:nvPr/>
          </p:nvSpPr>
          <p:spPr>
            <a:xfrm>
              <a:off x="0" y="0"/>
              <a:ext cx="1285144" cy="227094"/>
            </a:xfrm>
            <a:custGeom>
              <a:rect b="b" l="l" r="r" t="t"/>
              <a:pathLst>
                <a:path extrusionOk="0" h="227094" w="1285144">
                  <a:moveTo>
                    <a:pt x="0" y="0"/>
                  </a:moveTo>
                  <a:lnTo>
                    <a:pt x="1285144" y="0"/>
                  </a:lnTo>
                  <a:lnTo>
                    <a:pt x="1285144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g3b44b2a58b8_1_137"/>
            <p:cNvSpPr txBox="1"/>
            <p:nvPr/>
          </p:nvSpPr>
          <p:spPr>
            <a:xfrm>
              <a:off x="0" y="-19050"/>
              <a:ext cx="12852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3" name="Google Shape;173;g3b44b2a58b8_1_137"/>
          <p:cNvSpPr/>
          <p:nvPr/>
        </p:nvSpPr>
        <p:spPr>
          <a:xfrm>
            <a:off x="4149165" y="88736"/>
            <a:ext cx="1151770" cy="397361"/>
          </a:xfrm>
          <a:custGeom>
            <a:rect b="b" l="l" r="r" t="t"/>
            <a:pathLst>
              <a:path extrusionOk="0" h="264907" w="921416">
                <a:moveTo>
                  <a:pt x="0" y="0"/>
                </a:moveTo>
                <a:lnTo>
                  <a:pt x="921416" y="0"/>
                </a:lnTo>
                <a:lnTo>
                  <a:pt x="921416" y="264907"/>
                </a:lnTo>
                <a:lnTo>
                  <a:pt x="0" y="2649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4" name="Google Shape;174;g3b44b2a58b8_1_137"/>
          <p:cNvGrpSpPr/>
          <p:nvPr/>
        </p:nvGrpSpPr>
        <p:grpSpPr>
          <a:xfrm>
            <a:off x="5372372" y="-29041"/>
            <a:ext cx="2711001" cy="623064"/>
            <a:chOff x="0" y="-19050"/>
            <a:chExt cx="1285200" cy="246144"/>
          </a:xfrm>
        </p:grpSpPr>
        <p:sp>
          <p:nvSpPr>
            <p:cNvPr id="175" name="Google Shape;175;g3b44b2a58b8_1_137"/>
            <p:cNvSpPr/>
            <p:nvPr/>
          </p:nvSpPr>
          <p:spPr>
            <a:xfrm>
              <a:off x="0" y="0"/>
              <a:ext cx="1285144" cy="227094"/>
            </a:xfrm>
            <a:custGeom>
              <a:rect b="b" l="l" r="r" t="t"/>
              <a:pathLst>
                <a:path extrusionOk="0" h="227094" w="1285144">
                  <a:moveTo>
                    <a:pt x="0" y="0"/>
                  </a:moveTo>
                  <a:lnTo>
                    <a:pt x="1285144" y="0"/>
                  </a:lnTo>
                  <a:lnTo>
                    <a:pt x="1285144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g3b44b2a58b8_1_137"/>
            <p:cNvSpPr txBox="1"/>
            <p:nvPr/>
          </p:nvSpPr>
          <p:spPr>
            <a:xfrm>
              <a:off x="0" y="-19050"/>
              <a:ext cx="12852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g3b44b2a58b8_1_137"/>
          <p:cNvSpPr txBox="1"/>
          <p:nvPr>
            <p:ph idx="4294967295" type="title"/>
          </p:nvPr>
        </p:nvSpPr>
        <p:spPr>
          <a:xfrm>
            <a:off x="457200" y="805963"/>
            <a:ext cx="8229600" cy="10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PowerPoint Screen Demo (Copilot સાથે)</a:t>
            </a:r>
            <a:endParaRPr/>
          </a:p>
        </p:txBody>
      </p:sp>
      <p:sp>
        <p:nvSpPr>
          <p:cNvPr id="178" name="Google Shape;178;g3b44b2a58b8_1_137"/>
          <p:cNvSpPr txBox="1"/>
          <p:nvPr>
            <p:ph idx="4294967295" type="body"/>
          </p:nvPr>
        </p:nvSpPr>
        <p:spPr>
          <a:xfrm>
            <a:off x="457200" y="2011165"/>
            <a:ext cx="8229600" cy="41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→ Copilot → Generate Content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[સ્ક્રીનશોટ માટે જગ્યા]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"/>
          <p:cNvSpPr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સ્ક્રીનશોટ માટે જગ્યા (Placeholder for Screenshot)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સ્ક્રીનશોટ માટે જગ્યા (Placeholder for Screenshot)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44b2a58b8_1_179"/>
          <p:cNvSpPr/>
          <p:nvPr/>
        </p:nvSpPr>
        <p:spPr>
          <a:xfrm>
            <a:off x="8167734" y="105265"/>
            <a:ext cx="809534" cy="505730"/>
          </a:xfrm>
          <a:custGeom>
            <a:rect b="b" l="l" r="r" t="t"/>
            <a:pathLst>
              <a:path extrusionOk="0" h="337153" w="647627">
                <a:moveTo>
                  <a:pt x="0" y="0"/>
                </a:moveTo>
                <a:lnTo>
                  <a:pt x="647626" y="0"/>
                </a:lnTo>
                <a:lnTo>
                  <a:pt x="647626" y="337153"/>
                </a:lnTo>
                <a:lnTo>
                  <a:pt x="0" y="337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129" l="0" r="0" t="-1339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b44b2a58b8_1_179"/>
          <p:cNvSpPr/>
          <p:nvPr/>
        </p:nvSpPr>
        <p:spPr>
          <a:xfrm>
            <a:off x="68145" y="129204"/>
            <a:ext cx="1219464" cy="354785"/>
          </a:xfrm>
          <a:custGeom>
            <a:rect b="b" l="l" r="r" t="t"/>
            <a:pathLst>
              <a:path extrusionOk="0" h="236523" w="975571">
                <a:moveTo>
                  <a:pt x="0" y="0"/>
                </a:moveTo>
                <a:lnTo>
                  <a:pt x="975571" y="0"/>
                </a:lnTo>
                <a:lnTo>
                  <a:pt x="975571" y="236523"/>
                </a:lnTo>
                <a:lnTo>
                  <a:pt x="0" y="2365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299" l="-1689" r="-1689" t="-18618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5" name="Google Shape;195;g3b44b2a58b8_1_179"/>
          <p:cNvGrpSpPr/>
          <p:nvPr/>
        </p:nvGrpSpPr>
        <p:grpSpPr>
          <a:xfrm>
            <a:off x="0" y="6321082"/>
            <a:ext cx="9332197" cy="623064"/>
            <a:chOff x="0" y="-19050"/>
            <a:chExt cx="4424100" cy="246144"/>
          </a:xfrm>
        </p:grpSpPr>
        <p:sp>
          <p:nvSpPr>
            <p:cNvPr id="196" name="Google Shape;196;g3b44b2a58b8_1_179"/>
            <p:cNvSpPr/>
            <p:nvPr/>
          </p:nvSpPr>
          <p:spPr>
            <a:xfrm>
              <a:off x="0" y="0"/>
              <a:ext cx="4424017" cy="227094"/>
            </a:xfrm>
            <a:custGeom>
              <a:rect b="b" l="l" r="r" t="t"/>
              <a:pathLst>
                <a:path extrusionOk="0" h="227094" w="4424017">
                  <a:moveTo>
                    <a:pt x="0" y="0"/>
                  </a:moveTo>
                  <a:lnTo>
                    <a:pt x="4424017" y="0"/>
                  </a:lnTo>
                  <a:lnTo>
                    <a:pt x="4424017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g3b44b2a58b8_1_179"/>
            <p:cNvSpPr txBox="1"/>
            <p:nvPr/>
          </p:nvSpPr>
          <p:spPr>
            <a:xfrm>
              <a:off x="0" y="-19050"/>
              <a:ext cx="44241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8" name="Google Shape;198;g3b44b2a58b8_1_179"/>
          <p:cNvGrpSpPr/>
          <p:nvPr/>
        </p:nvGrpSpPr>
        <p:grpSpPr>
          <a:xfrm>
            <a:off x="1370953" y="-48221"/>
            <a:ext cx="2711001" cy="623064"/>
            <a:chOff x="0" y="-19050"/>
            <a:chExt cx="1285200" cy="246144"/>
          </a:xfrm>
        </p:grpSpPr>
        <p:sp>
          <p:nvSpPr>
            <p:cNvPr id="199" name="Google Shape;199;g3b44b2a58b8_1_179"/>
            <p:cNvSpPr/>
            <p:nvPr/>
          </p:nvSpPr>
          <p:spPr>
            <a:xfrm>
              <a:off x="0" y="0"/>
              <a:ext cx="1285144" cy="227094"/>
            </a:xfrm>
            <a:custGeom>
              <a:rect b="b" l="l" r="r" t="t"/>
              <a:pathLst>
                <a:path extrusionOk="0" h="227094" w="1285144">
                  <a:moveTo>
                    <a:pt x="0" y="0"/>
                  </a:moveTo>
                  <a:lnTo>
                    <a:pt x="1285144" y="0"/>
                  </a:lnTo>
                  <a:lnTo>
                    <a:pt x="1285144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g3b44b2a58b8_1_179"/>
            <p:cNvSpPr txBox="1"/>
            <p:nvPr/>
          </p:nvSpPr>
          <p:spPr>
            <a:xfrm>
              <a:off x="0" y="-19050"/>
              <a:ext cx="12852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1" name="Google Shape;201;g3b44b2a58b8_1_179"/>
          <p:cNvSpPr/>
          <p:nvPr/>
        </p:nvSpPr>
        <p:spPr>
          <a:xfrm>
            <a:off x="4149165" y="88736"/>
            <a:ext cx="1151770" cy="397361"/>
          </a:xfrm>
          <a:custGeom>
            <a:rect b="b" l="l" r="r" t="t"/>
            <a:pathLst>
              <a:path extrusionOk="0" h="264907" w="921416">
                <a:moveTo>
                  <a:pt x="0" y="0"/>
                </a:moveTo>
                <a:lnTo>
                  <a:pt x="921416" y="0"/>
                </a:lnTo>
                <a:lnTo>
                  <a:pt x="921416" y="264907"/>
                </a:lnTo>
                <a:lnTo>
                  <a:pt x="0" y="2649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2" name="Google Shape;202;g3b44b2a58b8_1_179"/>
          <p:cNvGrpSpPr/>
          <p:nvPr/>
        </p:nvGrpSpPr>
        <p:grpSpPr>
          <a:xfrm>
            <a:off x="5372372" y="-29041"/>
            <a:ext cx="2711001" cy="623064"/>
            <a:chOff x="0" y="-19050"/>
            <a:chExt cx="1285200" cy="246144"/>
          </a:xfrm>
        </p:grpSpPr>
        <p:sp>
          <p:nvSpPr>
            <p:cNvPr id="203" name="Google Shape;203;g3b44b2a58b8_1_179"/>
            <p:cNvSpPr/>
            <p:nvPr/>
          </p:nvSpPr>
          <p:spPr>
            <a:xfrm>
              <a:off x="0" y="0"/>
              <a:ext cx="1285144" cy="227094"/>
            </a:xfrm>
            <a:custGeom>
              <a:rect b="b" l="l" r="r" t="t"/>
              <a:pathLst>
                <a:path extrusionOk="0" h="227094" w="1285144">
                  <a:moveTo>
                    <a:pt x="0" y="0"/>
                  </a:moveTo>
                  <a:lnTo>
                    <a:pt x="1285144" y="0"/>
                  </a:lnTo>
                  <a:lnTo>
                    <a:pt x="1285144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g3b44b2a58b8_1_179"/>
            <p:cNvSpPr txBox="1"/>
            <p:nvPr/>
          </p:nvSpPr>
          <p:spPr>
            <a:xfrm>
              <a:off x="0" y="-19050"/>
              <a:ext cx="12852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5" name="Google Shape;205;g3b44b2a58b8_1_179"/>
          <p:cNvSpPr txBox="1"/>
          <p:nvPr>
            <p:ph idx="4294967295" type="title"/>
          </p:nvPr>
        </p:nvSpPr>
        <p:spPr>
          <a:xfrm>
            <a:off x="457200" y="7279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પ્રશિક્ષણ માટે કાર્ય (Tasks for Trainees)</a:t>
            </a:r>
            <a:endParaRPr/>
          </a:p>
        </p:txBody>
      </p:sp>
      <p:sp>
        <p:nvSpPr>
          <p:cNvPr id="206" name="Google Shape;206;g3b44b2a58b8_1_179"/>
          <p:cNvSpPr txBox="1"/>
          <p:nvPr>
            <p:ph idx="4294967295" type="body"/>
          </p:nvPr>
        </p:nvSpPr>
        <p:spPr>
          <a:xfrm>
            <a:off x="457200" y="2024050"/>
            <a:ext cx="8229600" cy="41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Copilot નો ઉપયોગ કરીને શૈક્ષણિક પ્રેઝન્ટેશન બનાવો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Visuals ઉમેરો (Add Visuals)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Bilingual slide (Gujarati-English) તૈયાર કરો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b44b2a58b8_1_196"/>
          <p:cNvSpPr/>
          <p:nvPr/>
        </p:nvSpPr>
        <p:spPr>
          <a:xfrm>
            <a:off x="8167734" y="105265"/>
            <a:ext cx="809534" cy="505730"/>
          </a:xfrm>
          <a:custGeom>
            <a:rect b="b" l="l" r="r" t="t"/>
            <a:pathLst>
              <a:path extrusionOk="0" h="337153" w="647627">
                <a:moveTo>
                  <a:pt x="0" y="0"/>
                </a:moveTo>
                <a:lnTo>
                  <a:pt x="647626" y="0"/>
                </a:lnTo>
                <a:lnTo>
                  <a:pt x="647626" y="337153"/>
                </a:lnTo>
                <a:lnTo>
                  <a:pt x="0" y="337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129" l="0" r="0" t="-1339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b44b2a58b8_1_196"/>
          <p:cNvSpPr/>
          <p:nvPr/>
        </p:nvSpPr>
        <p:spPr>
          <a:xfrm>
            <a:off x="68145" y="129204"/>
            <a:ext cx="1219464" cy="354785"/>
          </a:xfrm>
          <a:custGeom>
            <a:rect b="b" l="l" r="r" t="t"/>
            <a:pathLst>
              <a:path extrusionOk="0" h="236523" w="975571">
                <a:moveTo>
                  <a:pt x="0" y="0"/>
                </a:moveTo>
                <a:lnTo>
                  <a:pt x="975571" y="0"/>
                </a:lnTo>
                <a:lnTo>
                  <a:pt x="975571" y="236523"/>
                </a:lnTo>
                <a:lnTo>
                  <a:pt x="0" y="2365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299" l="-1689" r="-1689" t="-18618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3" name="Google Shape;213;g3b44b2a58b8_1_196"/>
          <p:cNvGrpSpPr/>
          <p:nvPr/>
        </p:nvGrpSpPr>
        <p:grpSpPr>
          <a:xfrm>
            <a:off x="0" y="6321082"/>
            <a:ext cx="9332197" cy="623064"/>
            <a:chOff x="0" y="-19050"/>
            <a:chExt cx="4424100" cy="246144"/>
          </a:xfrm>
        </p:grpSpPr>
        <p:sp>
          <p:nvSpPr>
            <p:cNvPr id="214" name="Google Shape;214;g3b44b2a58b8_1_196"/>
            <p:cNvSpPr/>
            <p:nvPr/>
          </p:nvSpPr>
          <p:spPr>
            <a:xfrm>
              <a:off x="0" y="0"/>
              <a:ext cx="4424017" cy="227094"/>
            </a:xfrm>
            <a:custGeom>
              <a:rect b="b" l="l" r="r" t="t"/>
              <a:pathLst>
                <a:path extrusionOk="0" h="227094" w="4424017">
                  <a:moveTo>
                    <a:pt x="0" y="0"/>
                  </a:moveTo>
                  <a:lnTo>
                    <a:pt x="4424017" y="0"/>
                  </a:lnTo>
                  <a:lnTo>
                    <a:pt x="4424017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g3b44b2a58b8_1_196"/>
            <p:cNvSpPr txBox="1"/>
            <p:nvPr/>
          </p:nvSpPr>
          <p:spPr>
            <a:xfrm>
              <a:off x="0" y="-19050"/>
              <a:ext cx="44241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6" name="Google Shape;216;g3b44b2a58b8_1_196"/>
          <p:cNvGrpSpPr/>
          <p:nvPr/>
        </p:nvGrpSpPr>
        <p:grpSpPr>
          <a:xfrm>
            <a:off x="1370953" y="-48221"/>
            <a:ext cx="2711001" cy="623064"/>
            <a:chOff x="0" y="-19050"/>
            <a:chExt cx="1285200" cy="246144"/>
          </a:xfrm>
        </p:grpSpPr>
        <p:sp>
          <p:nvSpPr>
            <p:cNvPr id="217" name="Google Shape;217;g3b44b2a58b8_1_196"/>
            <p:cNvSpPr/>
            <p:nvPr/>
          </p:nvSpPr>
          <p:spPr>
            <a:xfrm>
              <a:off x="0" y="0"/>
              <a:ext cx="1285144" cy="227094"/>
            </a:xfrm>
            <a:custGeom>
              <a:rect b="b" l="l" r="r" t="t"/>
              <a:pathLst>
                <a:path extrusionOk="0" h="227094" w="1285144">
                  <a:moveTo>
                    <a:pt x="0" y="0"/>
                  </a:moveTo>
                  <a:lnTo>
                    <a:pt x="1285144" y="0"/>
                  </a:lnTo>
                  <a:lnTo>
                    <a:pt x="1285144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g3b44b2a58b8_1_196"/>
            <p:cNvSpPr txBox="1"/>
            <p:nvPr/>
          </p:nvSpPr>
          <p:spPr>
            <a:xfrm>
              <a:off x="0" y="-19050"/>
              <a:ext cx="12852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9" name="Google Shape;219;g3b44b2a58b8_1_196"/>
          <p:cNvSpPr/>
          <p:nvPr/>
        </p:nvSpPr>
        <p:spPr>
          <a:xfrm>
            <a:off x="4149165" y="88736"/>
            <a:ext cx="1151770" cy="397361"/>
          </a:xfrm>
          <a:custGeom>
            <a:rect b="b" l="l" r="r" t="t"/>
            <a:pathLst>
              <a:path extrusionOk="0" h="264907" w="921416">
                <a:moveTo>
                  <a:pt x="0" y="0"/>
                </a:moveTo>
                <a:lnTo>
                  <a:pt x="921416" y="0"/>
                </a:lnTo>
                <a:lnTo>
                  <a:pt x="921416" y="264907"/>
                </a:lnTo>
                <a:lnTo>
                  <a:pt x="0" y="2649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0" name="Google Shape;220;g3b44b2a58b8_1_196"/>
          <p:cNvGrpSpPr/>
          <p:nvPr/>
        </p:nvGrpSpPr>
        <p:grpSpPr>
          <a:xfrm>
            <a:off x="5372372" y="-29041"/>
            <a:ext cx="2711001" cy="623064"/>
            <a:chOff x="0" y="-19050"/>
            <a:chExt cx="1285200" cy="246144"/>
          </a:xfrm>
        </p:grpSpPr>
        <p:sp>
          <p:nvSpPr>
            <p:cNvPr id="221" name="Google Shape;221;g3b44b2a58b8_1_196"/>
            <p:cNvSpPr/>
            <p:nvPr/>
          </p:nvSpPr>
          <p:spPr>
            <a:xfrm>
              <a:off x="0" y="0"/>
              <a:ext cx="1285144" cy="227094"/>
            </a:xfrm>
            <a:custGeom>
              <a:rect b="b" l="l" r="r" t="t"/>
              <a:pathLst>
                <a:path extrusionOk="0" h="227094" w="1285144">
                  <a:moveTo>
                    <a:pt x="0" y="0"/>
                  </a:moveTo>
                  <a:lnTo>
                    <a:pt x="1285144" y="0"/>
                  </a:lnTo>
                  <a:lnTo>
                    <a:pt x="1285144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g3b44b2a58b8_1_196"/>
            <p:cNvSpPr txBox="1"/>
            <p:nvPr/>
          </p:nvSpPr>
          <p:spPr>
            <a:xfrm>
              <a:off x="0" y="-19050"/>
              <a:ext cx="12852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3" name="Google Shape;223;g3b44b2a58b8_1_196"/>
          <p:cNvSpPr txBox="1"/>
          <p:nvPr>
            <p:ph idx="4294967295" type="title"/>
          </p:nvPr>
        </p:nvSpPr>
        <p:spPr>
          <a:xfrm>
            <a:off x="457200" y="69511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નિષ્કર્ષ</a:t>
            </a:r>
            <a:endParaRPr/>
          </a:p>
        </p:txBody>
      </p:sp>
      <p:sp>
        <p:nvSpPr>
          <p:cNvPr id="224" name="Google Shape;224;g3b44b2a58b8_1_196"/>
          <p:cNvSpPr txBox="1"/>
          <p:nvPr>
            <p:ph idx="4294967295" type="body"/>
          </p:nvPr>
        </p:nvSpPr>
        <p:spPr>
          <a:xfrm>
            <a:off x="457200" y="202067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Copilot શિક્ષકોને: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પ્રેઝન્ટેશન ઝડપથી બનાવવામાં મદદ કરે છે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શૈક્ષણિક સામગ્રીને વધુ અસરકારક બનાવે છે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અભ્યાસ માટે ઉપયોગી સાધન છે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b44b2a58b8_1_217"/>
          <p:cNvSpPr/>
          <p:nvPr/>
        </p:nvSpPr>
        <p:spPr>
          <a:xfrm>
            <a:off x="8167734" y="105265"/>
            <a:ext cx="809534" cy="505730"/>
          </a:xfrm>
          <a:custGeom>
            <a:rect b="b" l="l" r="r" t="t"/>
            <a:pathLst>
              <a:path extrusionOk="0" h="337153" w="647627">
                <a:moveTo>
                  <a:pt x="0" y="0"/>
                </a:moveTo>
                <a:lnTo>
                  <a:pt x="647626" y="0"/>
                </a:lnTo>
                <a:lnTo>
                  <a:pt x="647626" y="337153"/>
                </a:lnTo>
                <a:lnTo>
                  <a:pt x="0" y="337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129" l="0" r="0" t="-1339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3b44b2a58b8_1_217"/>
          <p:cNvSpPr/>
          <p:nvPr/>
        </p:nvSpPr>
        <p:spPr>
          <a:xfrm>
            <a:off x="68145" y="129204"/>
            <a:ext cx="1219464" cy="354785"/>
          </a:xfrm>
          <a:custGeom>
            <a:rect b="b" l="l" r="r" t="t"/>
            <a:pathLst>
              <a:path extrusionOk="0" h="236523" w="975571">
                <a:moveTo>
                  <a:pt x="0" y="0"/>
                </a:moveTo>
                <a:lnTo>
                  <a:pt x="975571" y="0"/>
                </a:lnTo>
                <a:lnTo>
                  <a:pt x="975571" y="236523"/>
                </a:lnTo>
                <a:lnTo>
                  <a:pt x="0" y="2365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299" l="-1689" r="-1689" t="-18618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1" name="Google Shape;231;g3b44b2a58b8_1_217"/>
          <p:cNvGrpSpPr/>
          <p:nvPr/>
        </p:nvGrpSpPr>
        <p:grpSpPr>
          <a:xfrm>
            <a:off x="0" y="6321082"/>
            <a:ext cx="9332197" cy="623064"/>
            <a:chOff x="0" y="-19050"/>
            <a:chExt cx="4424100" cy="246144"/>
          </a:xfrm>
        </p:grpSpPr>
        <p:sp>
          <p:nvSpPr>
            <p:cNvPr id="232" name="Google Shape;232;g3b44b2a58b8_1_217"/>
            <p:cNvSpPr/>
            <p:nvPr/>
          </p:nvSpPr>
          <p:spPr>
            <a:xfrm>
              <a:off x="0" y="0"/>
              <a:ext cx="4424017" cy="227094"/>
            </a:xfrm>
            <a:custGeom>
              <a:rect b="b" l="l" r="r" t="t"/>
              <a:pathLst>
                <a:path extrusionOk="0" h="227094" w="4424017">
                  <a:moveTo>
                    <a:pt x="0" y="0"/>
                  </a:moveTo>
                  <a:lnTo>
                    <a:pt x="4424017" y="0"/>
                  </a:lnTo>
                  <a:lnTo>
                    <a:pt x="4424017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g3b44b2a58b8_1_217"/>
            <p:cNvSpPr txBox="1"/>
            <p:nvPr/>
          </p:nvSpPr>
          <p:spPr>
            <a:xfrm>
              <a:off x="0" y="-19050"/>
              <a:ext cx="44241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4" name="Google Shape;234;g3b44b2a58b8_1_217"/>
          <p:cNvGrpSpPr/>
          <p:nvPr/>
        </p:nvGrpSpPr>
        <p:grpSpPr>
          <a:xfrm>
            <a:off x="1370953" y="-48221"/>
            <a:ext cx="2711001" cy="623064"/>
            <a:chOff x="0" y="-19050"/>
            <a:chExt cx="1285200" cy="246144"/>
          </a:xfrm>
        </p:grpSpPr>
        <p:sp>
          <p:nvSpPr>
            <p:cNvPr id="235" name="Google Shape;235;g3b44b2a58b8_1_217"/>
            <p:cNvSpPr/>
            <p:nvPr/>
          </p:nvSpPr>
          <p:spPr>
            <a:xfrm>
              <a:off x="0" y="0"/>
              <a:ext cx="1285144" cy="227094"/>
            </a:xfrm>
            <a:custGeom>
              <a:rect b="b" l="l" r="r" t="t"/>
              <a:pathLst>
                <a:path extrusionOk="0" h="227094" w="1285144">
                  <a:moveTo>
                    <a:pt x="0" y="0"/>
                  </a:moveTo>
                  <a:lnTo>
                    <a:pt x="1285144" y="0"/>
                  </a:lnTo>
                  <a:lnTo>
                    <a:pt x="1285144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g3b44b2a58b8_1_217"/>
            <p:cNvSpPr txBox="1"/>
            <p:nvPr/>
          </p:nvSpPr>
          <p:spPr>
            <a:xfrm>
              <a:off x="0" y="-19050"/>
              <a:ext cx="12852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7" name="Google Shape;237;g3b44b2a58b8_1_217"/>
          <p:cNvSpPr/>
          <p:nvPr/>
        </p:nvSpPr>
        <p:spPr>
          <a:xfrm>
            <a:off x="4149165" y="88736"/>
            <a:ext cx="1151770" cy="397361"/>
          </a:xfrm>
          <a:custGeom>
            <a:rect b="b" l="l" r="r" t="t"/>
            <a:pathLst>
              <a:path extrusionOk="0" h="264907" w="921416">
                <a:moveTo>
                  <a:pt x="0" y="0"/>
                </a:moveTo>
                <a:lnTo>
                  <a:pt x="921416" y="0"/>
                </a:lnTo>
                <a:lnTo>
                  <a:pt x="921416" y="264907"/>
                </a:lnTo>
                <a:lnTo>
                  <a:pt x="0" y="2649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8" name="Google Shape;238;g3b44b2a58b8_1_217"/>
          <p:cNvGrpSpPr/>
          <p:nvPr/>
        </p:nvGrpSpPr>
        <p:grpSpPr>
          <a:xfrm>
            <a:off x="5372372" y="-29041"/>
            <a:ext cx="2711001" cy="623064"/>
            <a:chOff x="0" y="-19050"/>
            <a:chExt cx="1285200" cy="246144"/>
          </a:xfrm>
        </p:grpSpPr>
        <p:sp>
          <p:nvSpPr>
            <p:cNvPr id="239" name="Google Shape;239;g3b44b2a58b8_1_217"/>
            <p:cNvSpPr/>
            <p:nvPr/>
          </p:nvSpPr>
          <p:spPr>
            <a:xfrm>
              <a:off x="0" y="0"/>
              <a:ext cx="1285144" cy="227094"/>
            </a:xfrm>
            <a:custGeom>
              <a:rect b="b" l="l" r="r" t="t"/>
              <a:pathLst>
                <a:path extrusionOk="0" h="227094" w="1285144">
                  <a:moveTo>
                    <a:pt x="0" y="0"/>
                  </a:moveTo>
                  <a:lnTo>
                    <a:pt x="1285144" y="0"/>
                  </a:lnTo>
                  <a:lnTo>
                    <a:pt x="1285144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g3b44b2a58b8_1_217"/>
            <p:cNvSpPr txBox="1"/>
            <p:nvPr/>
          </p:nvSpPr>
          <p:spPr>
            <a:xfrm>
              <a:off x="0" y="-19050"/>
              <a:ext cx="12852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1" name="Google Shape;241;g3b44b2a58b8_1_217"/>
          <p:cNvSpPr txBox="1"/>
          <p:nvPr>
            <p:ph idx="4294967295"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આભાર</a:t>
            </a:r>
            <a:endParaRPr/>
          </a:p>
        </p:txBody>
      </p:sp>
      <p:sp>
        <p:nvSpPr>
          <p:cNvPr id="242" name="Google Shape;242;g3b44b2a58b8_1_217"/>
          <p:cNvSpPr txBox="1"/>
          <p:nvPr>
            <p:ph idx="4294967295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Copilot સાથે શીખવા બદલ આભાર!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