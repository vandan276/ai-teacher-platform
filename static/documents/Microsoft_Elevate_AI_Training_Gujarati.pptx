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6" Type="http://schemas.microsoft.com/office/2020/02/relationships/classificationlabels" Target="docMetadata/LabelInfo.xml" /><Relationship Id="rId5" Type="http://schemas.openxmlformats.org/officeDocument/2006/relationships/custom-properties" Target="docProps/custom.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66" r:id="rId4"/>
  </p:sldMasterIdLst>
  <p:notesMasterIdLst>
    <p:notesMasterId r:id="rId22"/>
  </p:notesMasterIdLst>
  <p:sldIdLst>
    <p:sldId id="2561" r:id="rId5"/>
    <p:sldId id="2562" r:id="rId6"/>
    <p:sldId id="2563" r:id="rId7"/>
    <p:sldId id="2564" r:id="rId8"/>
    <p:sldId id="2565" r:id="rId9"/>
    <p:sldId id="2566" r:id="rId10"/>
    <p:sldId id="2567" r:id="rId11"/>
    <p:sldId id="2568" r:id="rId12"/>
    <p:sldId id="2569" r:id="rId13"/>
    <p:sldId id="2570" r:id="rId14"/>
    <p:sldId id="2571" r:id="rId15"/>
    <p:sldId id="2572" r:id="rId16"/>
    <p:sldId id="2573" r:id="rId17"/>
    <p:sldId id="2574" r:id="rId18"/>
    <p:sldId id="2575" r:id="rId19"/>
    <p:sldId id="2576" r:id="rId20"/>
    <p:sldId id="2577"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icrosoft Elevate: AI સ્કિલિંગ પ્રોગ્રામ K–12 શિક્ષકો માટે" id="{3DC89C07-1C22-4A0F-A2A6-986AB27E8CD2}">
          <p14:sldIdLst>
            <p14:sldId id="2561"/>
          </p14:sldIdLst>
        </p14:section>
        <p14:section name="પરિચય અને AI શું છે?" id="{045050D1-12C8-4A3D-AE50-1D7D03A10C1E}">
          <p14:sldIdLst>
            <p14:sldId id="2562"/>
            <p14:sldId id="2563"/>
          </p14:sldIdLst>
        </p14:section>
        <p14:section name="શિક્ષણમાં AIનું મહત્વ" id="{DC104FA5-9F44-4547-A698-6CC548E4F8B7}">
          <p14:sldIdLst>
            <p14:sldId id="2564"/>
            <p14:sldId id="2565"/>
          </p14:sldIdLst>
        </p14:section>
        <p14:section name="Microsoft Elevate Program" id="{F54AD0DE-06BF-4D20-8F79-F337C7CED628}">
          <p14:sldIdLst>
            <p14:sldId id="2566"/>
            <p14:sldId id="2567"/>
          </p14:sldIdLst>
        </p14:section>
        <p14:section name="K–12 શિક્ષકો માટે AI" id="{17BE3F84-54A5-440D-BB80-C9371EF6B8E9}">
          <p14:sldIdLst>
            <p14:sldId id="2568"/>
            <p14:sldId id="2569"/>
          </p14:sldIdLst>
        </p14:section>
        <p14:section name="MIEE Initiative" id="{EC9BDE94-E51D-4F71-A58E-51BA4ECF3452}">
          <p14:sldIdLst>
            <p14:sldId id="2570"/>
            <p14:sldId id="2571"/>
          </p14:sldIdLst>
        </p14:section>
        <p14:section name="કાર્યાન્વયન ભાગીદારો" id="{CFBA5228-9ABD-4953-B68E-D589FC5A8B04}">
          <p14:sldIdLst>
            <p14:sldId id="2572"/>
            <p14:sldId id="2573"/>
          </p14:sldIdLst>
        </p14:section>
        <p14:section name="પ્રેક્ટિકલ ઉદાહરણો" id="{A2E28B24-DD10-46D1-98BF-6714924068D7}">
          <p14:sldIdLst>
            <p14:sldId id="2574"/>
            <p14:sldId id="2575"/>
          </p14:sldIdLst>
        </p14:section>
        <p14:section name="નિષ્કર્ષ" id="{C1E934F5-3EF4-4022-812B-E81C8E24E451}">
          <p14:sldIdLst>
            <p14:sldId id="2576"/>
            <p14:sldId id="257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992" autoAdjust="0"/>
    <p:restoredTop sz="89969" autoAdjust="0"/>
  </p:normalViewPr>
  <p:slideViewPr>
    <p:cSldViewPr>
      <p:cViewPr varScale="1">
        <p:scale>
          <a:sx n="93" d="100"/>
          <a:sy n="93" d="100"/>
        </p:scale>
        <p:origin x="416" y="284"/>
      </p:cViewPr>
      <p:guideLst/>
    </p:cSldViewPr>
  </p:slideViewPr>
  <p:notesTextViewPr>
    <p:cViewPr>
      <p:scale>
        <a:sx n="1" d="1"/>
        <a:sy n="1" d="1"/>
      </p:scale>
      <p:origin x="0" y="0"/>
    </p:cViewPr>
  </p:notesTextViewPr>
  <p:notesViewPr>
    <p:cSldViewPr>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 /><Relationship Id="rId13" Type="http://schemas.openxmlformats.org/officeDocument/2006/relationships/slide" Target="slides/slide9.xml" /><Relationship Id="rId18" Type="http://schemas.openxmlformats.org/officeDocument/2006/relationships/slide" Target="slides/slide14.xml" /><Relationship Id="rId26" Type="http://schemas.openxmlformats.org/officeDocument/2006/relationships/tableStyles" Target="tableStyles.xml" /><Relationship Id="rId3" Type="http://schemas.openxmlformats.org/officeDocument/2006/relationships/customXml" Target="../customXml/item3.xml" /><Relationship Id="rId21" Type="http://schemas.openxmlformats.org/officeDocument/2006/relationships/slide" Target="slides/slide17.xml" /><Relationship Id="rId7" Type="http://schemas.openxmlformats.org/officeDocument/2006/relationships/slide" Target="slides/slide3.xml" /><Relationship Id="rId12" Type="http://schemas.openxmlformats.org/officeDocument/2006/relationships/slide" Target="slides/slide8.xml" /><Relationship Id="rId17" Type="http://schemas.openxmlformats.org/officeDocument/2006/relationships/slide" Target="slides/slide13.xml" /><Relationship Id="rId25" Type="http://schemas.openxmlformats.org/officeDocument/2006/relationships/theme" Target="theme/theme1.xml" /><Relationship Id="rId2" Type="http://schemas.openxmlformats.org/officeDocument/2006/relationships/customXml" Target="../customXml/item2.xml" /><Relationship Id="rId16" Type="http://schemas.openxmlformats.org/officeDocument/2006/relationships/slide" Target="slides/slide12.xml" /><Relationship Id="rId20" Type="http://schemas.openxmlformats.org/officeDocument/2006/relationships/slide" Target="slides/slide16.xml" /><Relationship Id="rId1" Type="http://schemas.openxmlformats.org/officeDocument/2006/relationships/customXml" Target="../customXml/item1.xml" /><Relationship Id="rId6" Type="http://schemas.openxmlformats.org/officeDocument/2006/relationships/slide" Target="slides/slide2.xml" /><Relationship Id="rId11" Type="http://schemas.openxmlformats.org/officeDocument/2006/relationships/slide" Target="slides/slide7.xml" /><Relationship Id="rId24" Type="http://schemas.openxmlformats.org/officeDocument/2006/relationships/viewProps" Target="viewProps.xml" /><Relationship Id="rId5" Type="http://schemas.openxmlformats.org/officeDocument/2006/relationships/slide" Target="slides/slide1.xml" /><Relationship Id="rId15" Type="http://schemas.openxmlformats.org/officeDocument/2006/relationships/slide" Target="slides/slide11.xml" /><Relationship Id="rId23" Type="http://schemas.openxmlformats.org/officeDocument/2006/relationships/presProps" Target="presProps.xml" /><Relationship Id="rId10" Type="http://schemas.openxmlformats.org/officeDocument/2006/relationships/slide" Target="slides/slide6.xml" /><Relationship Id="rId19" Type="http://schemas.openxmlformats.org/officeDocument/2006/relationships/slide" Target="slides/slide15.xml" /><Relationship Id="rId4" Type="http://schemas.openxmlformats.org/officeDocument/2006/relationships/slideMaster" Target="slideMasters/slideMaster1.xml" /><Relationship Id="rId9" Type="http://schemas.openxmlformats.org/officeDocument/2006/relationships/slide" Target="slides/slide5.xml" /><Relationship Id="rId14" Type="http://schemas.openxmlformats.org/officeDocument/2006/relationships/slide" Target="slides/slide10.xml" /><Relationship Id="rId22"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FA52078-E71C-41FC-ACF1-6458BC2E6616}" type="datetimeFigureOut">
              <a:t>12/21/2025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4657E2-7277-47DE-9E32-CED9785B1BC7}" type="slidenum">
              <a:t>‹#›</a:t>
            </a:fld>
            <a:endParaRPr lang="en-US"/>
          </a:p>
        </p:txBody>
      </p:sp>
    </p:spTree>
    <p:extLst>
      <p:ext uri="{BB962C8B-B14F-4D97-AF65-F5344CB8AC3E}">
        <p14:creationId xmlns:p14="http://schemas.microsoft.com/office/powerpoint/2010/main" val="10440303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3F258F83-DE98-4CAF-B127-6C9215C41E3D}" type="slidenum">
              <a:t>1</a:t>
            </a:fld>
            <a:endParaRPr lang="en-US"/>
          </a:p>
        </p:txBody>
      </p:sp>
    </p:spTree>
    <p:extLst>
      <p:ext uri="{BB962C8B-B14F-4D97-AF65-F5344CB8AC3E}">
        <p14:creationId xmlns:p14="http://schemas.microsoft.com/office/powerpoint/2010/main" val="26556139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 નો અર્થ અને મૂળભૂત સમજ</a:t>
            </a:r>
          </a:p>
        </p:txBody>
      </p:sp>
      <p:sp>
        <p:nvSpPr>
          <p:cNvPr id="4" name="Slide Number Placeholder 3"/>
          <p:cNvSpPr>
            <a:spLocks noGrp="1"/>
          </p:cNvSpPr>
          <p:nvPr>
            <p:ph type="sldNum" sz="quarter" idx="5"/>
          </p:nvPr>
        </p:nvSpPr>
        <p:spPr/>
        <p:txBody>
          <a:bodyPr/>
          <a:lstStyle/>
          <a:p>
            <a:fld id="{3F258F83-DE98-4CAF-B127-6C9215C41E3D}" type="slidenum">
              <a:t>2</a:t>
            </a:fld>
            <a:endParaRPr lang="en-US"/>
          </a:p>
        </p:txBody>
      </p:sp>
    </p:spTree>
    <p:extLst>
      <p:ext uri="{BB962C8B-B14F-4D97-AF65-F5344CB8AC3E}">
        <p14:creationId xmlns:p14="http://schemas.microsoft.com/office/powerpoint/2010/main" val="25095212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કૃત્રિમ બુદ્ધિ (AI) એ એવી ટેક્નોલોજી છે જે માનવ બુદ્ધિ જેવી ક્ષમતાઓ ધરાવે છે, જેમ કે શીખવું, વિચારવું અને નિર્ણય લેવો. AI કમ્પ્યુટર સિસ્ટમને ડેટા પરથી શીખવા અને સ્વચાલિત રીતે કાર્ય કરવા સક્ષમ બનાવે છે. આજના સમયમાં AIનો ઉપયોગ શિક્ષણ, આરોગ્ય, વ્યવસાય અને રોજિંદા જીવનમાં વધી રહ્યો છે. શિક્ષણ ક્ષેત્રમાં AI વિદ્યાર્થીઓને વ્યક્તિગત શીખવાની તક આપે છે, શિક્ષકોને સમય બચાવવામાં મદદ કરે છે અને શૈક્ષણિક ગુણવત્તા સુધારે છે. AIના ઉપયોગથી શિક્ષણ વધુ ઇન્ટરેક્ટિવ અને અસરકારક બની શકે છે, જે વિદ્યાર્થીઓને નવીનતા અને સર્જનાત્મકતા તરફ પ્રોત્સાહિત કરે છે.</a:t>
            </a:r>
          </a:p>
        </p:txBody>
      </p:sp>
      <p:sp>
        <p:nvSpPr>
          <p:cNvPr id="4" name="Slide Number Placeholder 3"/>
          <p:cNvSpPr>
            <a:spLocks noGrp="1"/>
          </p:cNvSpPr>
          <p:nvPr>
            <p:ph type="sldNum" sz="quarter" idx="5"/>
          </p:nvPr>
        </p:nvSpPr>
        <p:spPr/>
        <p:txBody>
          <a:bodyPr/>
          <a:lstStyle/>
          <a:p>
            <a:fld id="{3F258F83-DE98-4CAF-B127-6C9215C41E3D}" type="slidenum">
              <a:t>3</a:t>
            </a:fld>
            <a:endParaRPr lang="en-US"/>
          </a:p>
        </p:txBody>
      </p:sp>
    </p:spTree>
    <p:extLst>
      <p:ext uri="{BB962C8B-B14F-4D97-AF65-F5344CB8AC3E}">
        <p14:creationId xmlns:p14="http://schemas.microsoft.com/office/powerpoint/2010/main" val="8361568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શિક્ષકો અને વિદ્યાર્થીઓ માટે લાભ</a:t>
            </a:r>
          </a:p>
        </p:txBody>
      </p:sp>
      <p:sp>
        <p:nvSpPr>
          <p:cNvPr id="4" name="Slide Number Placeholder 3"/>
          <p:cNvSpPr>
            <a:spLocks noGrp="1"/>
          </p:cNvSpPr>
          <p:nvPr>
            <p:ph type="sldNum" sz="quarter" idx="5"/>
          </p:nvPr>
        </p:nvSpPr>
        <p:spPr/>
        <p:txBody>
          <a:bodyPr/>
          <a:lstStyle/>
          <a:p>
            <a:fld id="{3F258F83-DE98-4CAF-B127-6C9215C41E3D}" type="slidenum">
              <a:t>4</a:t>
            </a:fld>
            <a:endParaRPr lang="en-US"/>
          </a:p>
        </p:txBody>
      </p:sp>
    </p:spTree>
    <p:extLst>
      <p:ext uri="{BB962C8B-B14F-4D97-AF65-F5344CB8AC3E}">
        <p14:creationId xmlns:p14="http://schemas.microsoft.com/office/powerpoint/2010/main" val="26606142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AI શિક્ષણ ક્ષેત્રમાં અનેક રીતે મદદરૂપ છે. તે વિદ્યાર્થીઓને વ્યક્તિગત શીખવાની તક આપે છે, જેથી તેઓ પોતાની ગતિએ શીખી શકે. AI આધારિત ટૂલ્સ શિક્ષકોને પાઠ્યક્રમ તૈયાર કરવામાં, મૂલ્યાંકન કરવામાં અને શૈક્ષણિક સામગ્રીને વધુ રસપ્રદ બનાવવા મદદ કરે છે. AI દ્વારા વર્ચ્યુઅલ ક્લાસરૂમ, સ્માર્ટ ટ્યુટોરિંગ સિસ્ટમ અને ભાષા અનુવાદ જેવી સુવિધાઓ ઉપલબ્ધ થાય છે. આ ટેક્નોલોજી શિક્ષકોને સમય બચાવવામાં અને વિદ્યાર્થીઓને વધુ સારી માર્ગદર્શન આપવા સક્ષમ બનાવે છે. AIનો ઉપયોગ કરીને શિક્ષણમાં નવીનતા લાવી શકાય છે, જે ભવિષ્યના શિક્ષણ માટે અત્યંત મહત્વપૂર્ણ છે.</a:t>
            </a:r>
          </a:p>
        </p:txBody>
      </p:sp>
      <p:sp>
        <p:nvSpPr>
          <p:cNvPr id="4" name="Slide Number Placeholder 3"/>
          <p:cNvSpPr>
            <a:spLocks noGrp="1"/>
          </p:cNvSpPr>
          <p:nvPr>
            <p:ph type="sldNum" sz="quarter" idx="5"/>
          </p:nvPr>
        </p:nvSpPr>
        <p:spPr/>
        <p:txBody>
          <a:bodyPr/>
          <a:lstStyle/>
          <a:p>
            <a:fld id="{3F258F83-DE98-4CAF-B127-6C9215C41E3D}" type="slidenum">
              <a:t>5</a:t>
            </a:fld>
            <a:endParaRPr lang="en-US"/>
          </a:p>
        </p:txBody>
      </p:sp>
    </p:spTree>
    <p:extLst>
      <p:ext uri="{BB962C8B-B14F-4D97-AF65-F5344CB8AC3E}">
        <p14:creationId xmlns:p14="http://schemas.microsoft.com/office/powerpoint/2010/main" val="11006029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ઉદ્દેશ્ય અને લાભો</a:t>
            </a:r>
          </a:p>
        </p:txBody>
      </p:sp>
      <p:sp>
        <p:nvSpPr>
          <p:cNvPr id="4" name="Slide Number Placeholder 3"/>
          <p:cNvSpPr>
            <a:spLocks noGrp="1"/>
          </p:cNvSpPr>
          <p:nvPr>
            <p:ph type="sldNum" sz="quarter" idx="5"/>
          </p:nvPr>
        </p:nvSpPr>
        <p:spPr/>
        <p:txBody>
          <a:bodyPr/>
          <a:lstStyle/>
          <a:p>
            <a:fld id="{3F258F83-DE98-4CAF-B127-6C9215C41E3D}" type="slidenum">
              <a:t>6</a:t>
            </a:fld>
            <a:endParaRPr lang="en-US"/>
          </a:p>
        </p:txBody>
      </p:sp>
    </p:spTree>
    <p:extLst>
      <p:ext uri="{BB962C8B-B14F-4D97-AF65-F5344CB8AC3E}">
        <p14:creationId xmlns:p14="http://schemas.microsoft.com/office/powerpoint/2010/main" val="4673423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Microsoft Elevate પ્રોગ્રામનો મુખ્ય ઉદ્દેશ્ય શિક્ષકોને AI અને ડિજિટલ સ્કિલ્સમાં તાલીમ આપવાનો છે. આ પ્રોગ્રામ શિક્ષકોને નવી ટેક્નોલોજી સમજવામાં અને તેને શિક્ષણમાં લાગુ કરવામાં મદદ કરે છે. Elevate પ્રોગ્રામ દ્વારા શિક્ષકોને Microsoft Tools જેવી કે Teams, Copilot અને અન્ય AI આધારિત એપ્લિકેશન્સનો ઉપયોગ શીખવવામાં આવે છે. આ તાલીમ શિક્ષકોને વધુ અસરકારક શિક્ષણ આપવા, વિદ્યાર્થીઓને નવીનતા તરફ પ્રોત્સાહિત કરવા અને ભવિષ્યના પડકારો માટે તૈયાર કરવામાં મદદરૂપ છે.</a:t>
            </a:r>
          </a:p>
        </p:txBody>
      </p:sp>
      <p:sp>
        <p:nvSpPr>
          <p:cNvPr id="4" name="Slide Number Placeholder 3"/>
          <p:cNvSpPr>
            <a:spLocks noGrp="1"/>
          </p:cNvSpPr>
          <p:nvPr>
            <p:ph type="sldNum" sz="quarter" idx="5"/>
          </p:nvPr>
        </p:nvSpPr>
        <p:spPr/>
        <p:txBody>
          <a:bodyPr/>
          <a:lstStyle/>
          <a:p>
            <a:fld id="{3F258F83-DE98-4CAF-B127-6C9215C41E3D}" type="slidenum">
              <a:t>7</a:t>
            </a:fld>
            <a:endParaRPr lang="en-US"/>
          </a:p>
        </p:txBody>
      </p:sp>
    </p:spTree>
    <p:extLst>
      <p:ext uri="{BB962C8B-B14F-4D97-AF65-F5344CB8AC3E}">
        <p14:creationId xmlns:p14="http://schemas.microsoft.com/office/powerpoint/2010/main" val="20358329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કેવી રીતે ઉપયોગી?</a:t>
            </a:r>
          </a:p>
        </p:txBody>
      </p:sp>
      <p:sp>
        <p:nvSpPr>
          <p:cNvPr id="4" name="Slide Number Placeholder 3"/>
          <p:cNvSpPr>
            <a:spLocks noGrp="1"/>
          </p:cNvSpPr>
          <p:nvPr>
            <p:ph type="sldNum" sz="quarter" idx="5"/>
          </p:nvPr>
        </p:nvSpPr>
        <p:spPr/>
        <p:txBody>
          <a:bodyPr/>
          <a:lstStyle/>
          <a:p>
            <a:fld id="{3F258F83-DE98-4CAF-B127-6C9215C41E3D}" type="slidenum">
              <a:t>8</a:t>
            </a:fld>
            <a:endParaRPr lang="en-US"/>
          </a:p>
        </p:txBody>
      </p:sp>
    </p:spTree>
    <p:extLst>
      <p:ext uri="{BB962C8B-B14F-4D97-AF65-F5344CB8AC3E}">
        <p14:creationId xmlns:p14="http://schemas.microsoft.com/office/powerpoint/2010/main" val="33602165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K–12 શિક્ષકો માટે AIનો ઉપયોગ અનેક રીતે થઈ શકે છે. AI આધારિત ટૂલ્સ શિક્ષકોને પાઠ્યક્રમ તૈયાર કરવામાં, વિદ્યાર્થીઓની પ્રગતિ ટ્રેક કરવામાં અને વ્યક્તિગત શીખવાની તક આપવા મદદ કરે છે. ઉદાહરણ તરીકે, Microsoft Copilot શિક્ષકોને ઝડપી નોટ્સ, પ્રેઝન્ટેશન અને શૈક્ષણિક સામગ્રી તૈયાર કરવામાં મદદ કરે છે. Teams દ્વારા વર્ચ્યુઅલ ક્લાસરૂમ અને સહકાર સુવિધાઓ ઉપલબ્ધ થાય છે. AI આધારિત મૂલ્યાંકન સિસ્ટમ શિક્ષકોને વિદ્યાર્થીઓની ક્ષમતાઓનું વિશ્લેષણ કરવામાં મદદ કરે છે, જેથી શિક્ષણ વધુ અસરકારક બને.</a:t>
            </a:r>
          </a:p>
        </p:txBody>
      </p:sp>
      <p:sp>
        <p:nvSpPr>
          <p:cNvPr id="4" name="Slide Number Placeholder 3"/>
          <p:cNvSpPr>
            <a:spLocks noGrp="1"/>
          </p:cNvSpPr>
          <p:nvPr>
            <p:ph type="sldNum" sz="quarter" idx="5"/>
          </p:nvPr>
        </p:nvSpPr>
        <p:spPr/>
        <p:txBody>
          <a:bodyPr/>
          <a:lstStyle/>
          <a:p>
            <a:fld id="{3F258F83-DE98-4CAF-B127-6C9215C41E3D}" type="slidenum">
              <a:t>9</a:t>
            </a:fld>
            <a:endParaRPr lang="en-US"/>
          </a:p>
        </p:txBody>
      </p:sp>
    </p:spTree>
    <p:extLst>
      <p:ext uri="{BB962C8B-B14F-4D97-AF65-F5344CB8AC3E}">
        <p14:creationId xmlns:p14="http://schemas.microsoft.com/office/powerpoint/2010/main" val="33097288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શિક્ષકોને કેવી રીતે મદદ કરે?</a:t>
            </a:r>
          </a:p>
        </p:txBody>
      </p:sp>
      <p:sp>
        <p:nvSpPr>
          <p:cNvPr id="4" name="Slide Number Placeholder 3"/>
          <p:cNvSpPr>
            <a:spLocks noGrp="1"/>
          </p:cNvSpPr>
          <p:nvPr>
            <p:ph type="sldNum" sz="quarter" idx="5"/>
          </p:nvPr>
        </p:nvSpPr>
        <p:spPr/>
        <p:txBody>
          <a:bodyPr/>
          <a:lstStyle/>
          <a:p>
            <a:fld id="{3F258F83-DE98-4CAF-B127-6C9215C41E3D}" type="slidenum">
              <a:t>10</a:t>
            </a:fld>
            <a:endParaRPr lang="en-US"/>
          </a:p>
        </p:txBody>
      </p:sp>
    </p:spTree>
    <p:extLst>
      <p:ext uri="{BB962C8B-B14F-4D97-AF65-F5344CB8AC3E}">
        <p14:creationId xmlns:p14="http://schemas.microsoft.com/office/powerpoint/2010/main" val="27275985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Microsoft Innovative Educator Expert (MIEE) Initiative શિક્ષકોને નવીનતા અને ટેક્નોલોજી આધારિત શિક્ષણમાં આગળ વધવા માટે પ્રોત્સાહિત કરે છે. આ પહેલ શિક્ષકોને વૈશ્વિક સ્તરે જોડાવાની તક આપે છે, જ્યાં તેઓ પોતાના અનુભવ શેર કરી શકે અને નવી શૈક્ષણિક પદ્ધતિઓ શીખી શકે. MIEE Initiative દ્વારા શિક્ષકોને Microsoft Toolsનો ઉપયોગ શીખવવામાં આવે છે, જેથી તેઓ શિક્ષણમાં AI અને ડિજિટલ ટેક્નોલોજીનો અસરકારક ઉપયોગ કરી શકે.</a:t>
            </a:r>
          </a:p>
        </p:txBody>
      </p:sp>
      <p:sp>
        <p:nvSpPr>
          <p:cNvPr id="4" name="Slide Number Placeholder 3"/>
          <p:cNvSpPr>
            <a:spLocks noGrp="1"/>
          </p:cNvSpPr>
          <p:nvPr>
            <p:ph type="sldNum" sz="quarter" idx="5"/>
          </p:nvPr>
        </p:nvSpPr>
        <p:spPr/>
        <p:txBody>
          <a:bodyPr/>
          <a:lstStyle/>
          <a:p>
            <a:fld id="{3F258F83-DE98-4CAF-B127-6C9215C41E3D}" type="slidenum">
              <a:t>11</a:t>
            </a:fld>
            <a:endParaRPr lang="en-US"/>
          </a:p>
        </p:txBody>
      </p:sp>
    </p:spTree>
    <p:extLst>
      <p:ext uri="{BB962C8B-B14F-4D97-AF65-F5344CB8AC3E}">
        <p14:creationId xmlns:p14="http://schemas.microsoft.com/office/powerpoint/2010/main" val="31571487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ARCH Development Foundation અને De Pedagogics</a:t>
            </a:r>
          </a:p>
        </p:txBody>
      </p:sp>
      <p:sp>
        <p:nvSpPr>
          <p:cNvPr id="4" name="Slide Number Placeholder 3"/>
          <p:cNvSpPr>
            <a:spLocks noGrp="1"/>
          </p:cNvSpPr>
          <p:nvPr>
            <p:ph type="sldNum" sz="quarter" idx="5"/>
          </p:nvPr>
        </p:nvSpPr>
        <p:spPr/>
        <p:txBody>
          <a:bodyPr/>
          <a:lstStyle/>
          <a:p>
            <a:fld id="{3F258F83-DE98-4CAF-B127-6C9215C41E3D}" type="slidenum">
              <a:t>12</a:t>
            </a:fld>
            <a:endParaRPr lang="en-US"/>
          </a:p>
        </p:txBody>
      </p:sp>
    </p:spTree>
    <p:extLst>
      <p:ext uri="{BB962C8B-B14F-4D97-AF65-F5344CB8AC3E}">
        <p14:creationId xmlns:p14="http://schemas.microsoft.com/office/powerpoint/2010/main" val="17064983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Microsoft Elevate પ્રોગ્રામના અમલીકરણ માટે ARCH Development Foundation અને De Pedagogics જેવા ભાગીદારો મહત્વપૂર્ણ ભૂમિકા ભજવે છે. ARCH Development Foundation શિક્ષણ ક્ષેત્રમાં વિકાસ માટે કાર્ય કરે છે, જ્યારે De Pedagogics શિક્ષકોને તાલીમ અને માર્ગદર્શન આપે છે. આ ભાગીદારો Microsoft સાથે મળીને શિક્ષકોને AI અને ડિજિટલ સ્કિલ્સમાં નિષ્ણાત બનાવવા માટે કાર્ય કરે છે.</a:t>
            </a:r>
          </a:p>
        </p:txBody>
      </p:sp>
      <p:sp>
        <p:nvSpPr>
          <p:cNvPr id="4" name="Slide Number Placeholder 3"/>
          <p:cNvSpPr>
            <a:spLocks noGrp="1"/>
          </p:cNvSpPr>
          <p:nvPr>
            <p:ph type="sldNum" sz="quarter" idx="5"/>
          </p:nvPr>
        </p:nvSpPr>
        <p:spPr/>
        <p:txBody>
          <a:bodyPr/>
          <a:lstStyle/>
          <a:p>
            <a:fld id="{3F258F83-DE98-4CAF-B127-6C9215C41E3D}" type="slidenum">
              <a:t>13</a:t>
            </a:fld>
            <a:endParaRPr lang="en-US"/>
          </a:p>
        </p:txBody>
      </p:sp>
    </p:spTree>
    <p:extLst>
      <p:ext uri="{BB962C8B-B14F-4D97-AF65-F5344CB8AC3E}">
        <p14:creationId xmlns:p14="http://schemas.microsoft.com/office/powerpoint/2010/main" val="30392629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Microsoft Toolsનો ઉપયોગ</a:t>
            </a:r>
          </a:p>
        </p:txBody>
      </p:sp>
      <p:sp>
        <p:nvSpPr>
          <p:cNvPr id="4" name="Slide Number Placeholder 3"/>
          <p:cNvSpPr>
            <a:spLocks noGrp="1"/>
          </p:cNvSpPr>
          <p:nvPr>
            <p:ph type="sldNum" sz="quarter" idx="5"/>
          </p:nvPr>
        </p:nvSpPr>
        <p:spPr/>
        <p:txBody>
          <a:bodyPr/>
          <a:lstStyle/>
          <a:p>
            <a:fld id="{3F258F83-DE98-4CAF-B127-6C9215C41E3D}" type="slidenum">
              <a:t>14</a:t>
            </a:fld>
            <a:endParaRPr lang="en-US"/>
          </a:p>
        </p:txBody>
      </p:sp>
    </p:spTree>
    <p:extLst>
      <p:ext uri="{BB962C8B-B14F-4D97-AF65-F5344CB8AC3E}">
        <p14:creationId xmlns:p14="http://schemas.microsoft.com/office/powerpoint/2010/main" val="1046073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Microsoft Tools જેમ કે Teams, Copilot અને OneNote શિક્ષકો માટે અત્યંત ઉપયોગી છે. Teams દ્વારા વર્ચ્યુઅલ ક્લાસરૂમ અને સહકાર સુવિધાઓ ઉપલબ્ધ થાય છે. Copilot શિક્ષકોને ઝડપી નોટ્સ, પ્રેઝન્ટેશન અને શૈક્ષણિક સામગ્રી તૈયાર કરવામાં મદદ કરે છે. OneNote દ્વારા શિક્ષકો પાઠ્યક્રમને સરળતાથી મેનેજ કરી શકે છે. આ ટૂલ્સ શિક્ષણને વધુ અસરકારક અને રસપ્રદ બનાવે છે.</a:t>
            </a:r>
          </a:p>
        </p:txBody>
      </p:sp>
      <p:sp>
        <p:nvSpPr>
          <p:cNvPr id="4" name="Slide Number Placeholder 3"/>
          <p:cNvSpPr>
            <a:spLocks noGrp="1"/>
          </p:cNvSpPr>
          <p:nvPr>
            <p:ph type="sldNum" sz="quarter" idx="5"/>
          </p:nvPr>
        </p:nvSpPr>
        <p:spPr/>
        <p:txBody>
          <a:bodyPr/>
          <a:lstStyle/>
          <a:p>
            <a:fld id="{3F258F83-DE98-4CAF-B127-6C9215C41E3D}" type="slidenum">
              <a:t>15</a:t>
            </a:fld>
            <a:endParaRPr lang="en-US"/>
          </a:p>
        </p:txBody>
      </p:sp>
    </p:spTree>
    <p:extLst>
      <p:ext uri="{BB962C8B-B14F-4D97-AF65-F5344CB8AC3E}">
        <p14:creationId xmlns:p14="http://schemas.microsoft.com/office/powerpoint/2010/main" val="15870129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ભવિષ્યમાં AIનું મહત્વ</a:t>
            </a:r>
          </a:p>
        </p:txBody>
      </p:sp>
      <p:sp>
        <p:nvSpPr>
          <p:cNvPr id="4" name="Slide Number Placeholder 3"/>
          <p:cNvSpPr>
            <a:spLocks noGrp="1"/>
          </p:cNvSpPr>
          <p:nvPr>
            <p:ph type="sldNum" sz="quarter" idx="5"/>
          </p:nvPr>
        </p:nvSpPr>
        <p:spPr/>
        <p:txBody>
          <a:bodyPr/>
          <a:lstStyle/>
          <a:p>
            <a:fld id="{3F258F83-DE98-4CAF-B127-6C9215C41E3D}" type="slidenum">
              <a:t>16</a:t>
            </a:fld>
            <a:endParaRPr lang="en-US"/>
          </a:p>
        </p:txBody>
      </p:sp>
    </p:spTree>
    <p:extLst>
      <p:ext uri="{BB962C8B-B14F-4D97-AF65-F5344CB8AC3E}">
        <p14:creationId xmlns:p14="http://schemas.microsoft.com/office/powerpoint/2010/main" val="39760393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AI ભવિષ્યના શિક્ષણમાં ક્રાંતિ લાવશે. તે શિક્ષકોને વધુ અસરકારક શિક્ષણ આપવા, વિદ્યાર્થીઓને વ્યક્તિગત શીખવાની તક આપવા અને શૈક્ષણિક ગુણવત્તા સુધારવામાં મદદ કરશે. Microsoft Elevate અને MIEE Initiative જેવી પહેલ શિક્ષકોને AI અને ડિજિટલ ટેક્નોલોજીનો ઉપયોગ શીખવવામાં મહત્વપૂર્ણ ભૂમિકા ભજવે છે. ભવિષ્યમાં AI આધારિત શિક્ષણ વધુ ઇન્ટરેક્ટિવ, નવીન અને અસરકારક બનશે.</a:t>
            </a:r>
          </a:p>
        </p:txBody>
      </p:sp>
      <p:sp>
        <p:nvSpPr>
          <p:cNvPr id="4" name="Slide Number Placeholder 3"/>
          <p:cNvSpPr>
            <a:spLocks noGrp="1"/>
          </p:cNvSpPr>
          <p:nvPr>
            <p:ph type="sldNum" sz="quarter" idx="5"/>
          </p:nvPr>
        </p:nvSpPr>
        <p:spPr/>
        <p:txBody>
          <a:bodyPr/>
          <a:lstStyle/>
          <a:p>
            <a:fld id="{3F258F83-DE98-4CAF-B127-6C9215C41E3D}" type="slidenum">
              <a:t>17</a:t>
            </a:fld>
            <a:endParaRPr lang="en-US"/>
          </a:p>
        </p:txBody>
      </p:sp>
    </p:spTree>
    <p:extLst>
      <p:ext uri="{BB962C8B-B14F-4D97-AF65-F5344CB8AC3E}">
        <p14:creationId xmlns:p14="http://schemas.microsoft.com/office/powerpoint/2010/main" val="339633596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 /><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 /><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 /><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 /><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jpg" /><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jpg" /><Relationship Id="rId1" Type="http://schemas.openxmlformats.org/officeDocument/2006/relationships/slideMaster" Target="../slideMasters/slideMaster1.xml" /></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g" /><Relationship Id="rId1" Type="http://schemas.openxmlformats.org/officeDocument/2006/relationships/slideMaster" Target="../slideMasters/slideMaster1.xml" /></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jpg" /><Relationship Id="rId1" Type="http://schemas.openxmlformats.org/officeDocument/2006/relationships/slideMaster" Target="../slideMasters/slideMaster1.xml" /></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jpg" /><Relationship Id="rId1" Type="http://schemas.openxmlformats.org/officeDocument/2006/relationships/slideMaster" Target="../slideMasters/slideMaster1.xml" /></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g" /><Relationship Id="rId1" Type="http://schemas.openxmlformats.org/officeDocument/2006/relationships/slideMaster" Target="../slideMasters/slideMaster1.xml" /></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jpg" /><Relationship Id="rId1" Type="http://schemas.openxmlformats.org/officeDocument/2006/relationships/slideMaster" Target="../slideMasters/slideMaster1.xml" /></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jpg" /><Relationship Id="rId1" Type="http://schemas.openxmlformats.org/officeDocument/2006/relationships/slideMaster" Target="../slideMasters/slideMaster1.xml" /></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jpg" /><Relationship Id="rId1" Type="http://schemas.openxmlformats.org/officeDocument/2006/relationships/slideMaster" Target="../slideMasters/slideMaster1.xml" /></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jpg" /><Relationship Id="rId1" Type="http://schemas.openxmlformats.org/officeDocument/2006/relationships/slideMaster" Target="../slideMasters/slideMaster1.xml" /></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jpg" /><Relationship Id="rId1" Type="http://schemas.openxmlformats.org/officeDocument/2006/relationships/slideMaster" Target="../slideMasters/slideMaster1.xml" /></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6.jpg" /><Relationship Id="rId1" Type="http://schemas.openxmlformats.org/officeDocument/2006/relationships/slideMaster" Target="../slideMasters/slideMaster1.xml" /></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4.jpg" /><Relationship Id="rId1" Type="http://schemas.openxmlformats.org/officeDocument/2006/relationships/slideMaster" Target="../slideMasters/slideMaster1.xml" /></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jpg" /><Relationship Id="rId1" Type="http://schemas.openxmlformats.org/officeDocument/2006/relationships/slideMaster" Target="../slideMasters/slideMaster1.xml" /></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jpg" /><Relationship Id="rId1" Type="http://schemas.openxmlformats.org/officeDocument/2006/relationships/slideMaster" Target="../slideMasters/slideMaster1.xml" /></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jpg" /><Relationship Id="rId1" Type="http://schemas.openxmlformats.org/officeDocument/2006/relationships/slideMaster" Target="../slideMasters/slideMaster1.xml" /></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5.jpg" /><Relationship Id="rId1" Type="http://schemas.openxmlformats.org/officeDocument/2006/relationships/slideMaster" Target="../slideMasters/slideMaster1.xml" /></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bg>
      <p:bgRef idx="1001">
        <a:schemeClr val="bg1"/>
      </p:bgRef>
    </p:bg>
    <p:spTree>
      <p:nvGrpSpPr>
        <p:cNvPr id="1" name=""/>
        <p:cNvGrpSpPr/>
        <p:nvPr/>
      </p:nvGrpSpPr>
      <p:grpSpPr>
        <a:xfrm>
          <a:off x="0" y="0"/>
          <a:ext cx="0" cy="0"/>
          <a:chOff x="0" y="0"/>
          <a:chExt cx="0" cy="0"/>
        </a:xfrm>
      </p:grpSpPr>
      <p:sp useBgFill="1">
        <p:nvSpPr>
          <p:cNvPr id="15" name="Oval 14">
            <a:extLst>
              <a:ext uri="{FF2B5EF4-FFF2-40B4-BE49-F238E27FC236}">
                <a16:creationId xmlns:a16="http://schemas.microsoft.com/office/drawing/2014/main" id="{D9699E7E-EA95-258E-EE85-5B6712A5D963}"/>
              </a:ext>
              <a:ext uri="{C183D7F6-B498-43B3-948B-1728B52AA6E4}">
                <adec:decorative xmlns:adec="http://schemas.microsoft.com/office/drawing/2017/decorative" val="1"/>
              </a:ext>
            </a:extLst>
          </p:cNvPr>
          <p:cNvSpPr/>
          <p:nvPr/>
        </p:nvSpPr>
        <p:spPr>
          <a:xfrm>
            <a:off x="695096" y="1082040"/>
            <a:ext cx="4692243" cy="4692243"/>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088136" y="2212848"/>
            <a:ext cx="3941064" cy="1426464"/>
          </a:xfrm>
          <a:prstGeom prst="rect">
            <a:avLst/>
          </a:prstGeom>
        </p:spPr>
        <p:txBody>
          <a:bodyPr anchor="b">
            <a:normAutofit/>
          </a:bodyPr>
          <a:lstStyle>
            <a:lvl1pPr algn="ctr">
              <a:lnSpc>
                <a:spcPct val="120000"/>
              </a:lnSpc>
              <a:defRPr sz="280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527048" y="4251960"/>
            <a:ext cx="3044952" cy="877824"/>
          </a:xfrm>
          <a:prstGeom prst="rect">
            <a:avLst/>
          </a:prstGeom>
        </p:spPr>
        <p:txBody>
          <a:bodyPr anchor="t">
            <a:normAutofit/>
          </a:bodyPr>
          <a:lstStyle>
            <a:lvl1pPr marL="0" indent="0" algn="ctr">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3" name="Picture Placeholder 12">
            <a:extLst>
              <a:ext uri="{FF2B5EF4-FFF2-40B4-BE49-F238E27FC236}">
                <a16:creationId xmlns:a16="http://schemas.microsoft.com/office/drawing/2014/main" id="{360E5C64-41A3-7E7F-EE42-A3FC02532B17}"/>
              </a:ext>
            </a:extLst>
          </p:cNvPr>
          <p:cNvSpPr>
            <a:spLocks noGrp="1"/>
          </p:cNvSpPr>
          <p:nvPr>
            <p:ph type="pic" sz="quarter" idx="13" hasCustomPrompt="1"/>
          </p:nvPr>
        </p:nvSpPr>
        <p:spPr>
          <a:xfrm>
            <a:off x="0" y="0"/>
            <a:ext cx="12192000" cy="6858000"/>
          </a:xfrm>
          <a:custGeom>
            <a:avLst/>
            <a:gdLst>
              <a:gd name="connsiteX0" fmla="*/ 3048000 w 12192000"/>
              <a:gd name="connsiteY0" fmla="*/ 1114197 h 6858000"/>
              <a:gd name="connsiteX1" fmla="*/ 733197 w 12192000"/>
              <a:gd name="connsiteY1" fmla="*/ 3429000 h 6858000"/>
              <a:gd name="connsiteX2" fmla="*/ 3048000 w 12192000"/>
              <a:gd name="connsiteY2" fmla="*/ 5743803 h 6858000"/>
              <a:gd name="connsiteX3" fmla="*/ 5362803 w 12192000"/>
              <a:gd name="connsiteY3" fmla="*/ 3429000 h 6858000"/>
              <a:gd name="connsiteX4" fmla="*/ 3048000 w 12192000"/>
              <a:gd name="connsiteY4" fmla="*/ 1114197 h 6858000"/>
              <a:gd name="connsiteX5" fmla="*/ 0 w 12192000"/>
              <a:gd name="connsiteY5" fmla="*/ 0 h 6858000"/>
              <a:gd name="connsiteX6" fmla="*/ 12192000 w 12192000"/>
              <a:gd name="connsiteY6" fmla="*/ 0 h 6858000"/>
              <a:gd name="connsiteX7" fmla="*/ 12192000 w 12192000"/>
              <a:gd name="connsiteY7" fmla="*/ 6858000 h 6858000"/>
              <a:gd name="connsiteX8" fmla="*/ 0 w 12192000"/>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6858000">
                <a:moveTo>
                  <a:pt x="3048000" y="1114197"/>
                </a:moveTo>
                <a:cubicBezTo>
                  <a:pt x="1769570" y="1114197"/>
                  <a:pt x="733197" y="2150570"/>
                  <a:pt x="733197" y="3429000"/>
                </a:cubicBezTo>
                <a:cubicBezTo>
                  <a:pt x="733197" y="4707430"/>
                  <a:pt x="1769570" y="5743803"/>
                  <a:pt x="3048000" y="5743803"/>
                </a:cubicBezTo>
                <a:cubicBezTo>
                  <a:pt x="4326430" y="5743803"/>
                  <a:pt x="5362803" y="4707430"/>
                  <a:pt x="5362803" y="3429000"/>
                </a:cubicBezTo>
                <a:cubicBezTo>
                  <a:pt x="5362803" y="2150570"/>
                  <a:pt x="4326430" y="1114197"/>
                  <a:pt x="3048000" y="1114197"/>
                </a:cubicBezTo>
                <a:close/>
                <a:moveTo>
                  <a:pt x="0" y="0"/>
                </a:moveTo>
                <a:lnTo>
                  <a:pt x="12192000" y="0"/>
                </a:lnTo>
                <a:lnTo>
                  <a:pt x="12192000" y="6858000"/>
                </a:lnTo>
                <a:lnTo>
                  <a:pt x="0" y="6858000"/>
                </a:lnTo>
                <a:close/>
              </a:path>
            </a:pathLst>
          </a:custGeom>
          <a:blipFill>
            <a:blip r:embed="rId2">
              <a:alphaModFix amt="80000"/>
            </a:blip>
            <a:stretch>
              <a:fillRect/>
            </a:stretch>
          </a:blipFill>
        </p:spPr>
        <p:txBody>
          <a:bodyPr wrap="square">
            <a:noAutofit/>
          </a:bodyPr>
          <a:lstStyle>
            <a:lvl1pPr marL="0" indent="0">
              <a:buNone/>
              <a:defRPr/>
            </a:lvl1pPr>
          </a:lstStyle>
          <a:p>
            <a:r>
              <a:rPr lang="en-US" dirty="0"/>
              <a:t> </a:t>
            </a:r>
          </a:p>
        </p:txBody>
      </p:sp>
      <p:cxnSp>
        <p:nvCxnSpPr>
          <p:cNvPr id="8" name="Straight Connector 7">
            <a:extLst>
              <a:ext uri="{FF2B5EF4-FFF2-40B4-BE49-F238E27FC236}">
                <a16:creationId xmlns:a16="http://schemas.microsoft.com/office/drawing/2014/main" id="{C57A2E3A-6DE5-8378-A089-49E8A2E29D17}"/>
              </a:ext>
              <a:ext uri="{C183D7F6-B498-43B3-948B-1728B52AA6E4}">
                <adec:decorative xmlns:adec="http://schemas.microsoft.com/office/drawing/2017/decorative" val="1"/>
              </a:ext>
            </a:extLst>
          </p:cNvPr>
          <p:cNvCxnSpPr>
            <a:cxnSpLocks/>
          </p:cNvCxnSpPr>
          <p:nvPr/>
        </p:nvCxnSpPr>
        <p:spPr>
          <a:xfrm>
            <a:off x="2562423" y="3960586"/>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Footer Placeholder 8">
            <a:extLst>
              <a:ext uri="{FF2B5EF4-FFF2-40B4-BE49-F238E27FC236}">
                <a16:creationId xmlns:a16="http://schemas.microsoft.com/office/drawing/2014/main" id="{09FA0CB7-81FD-E5AB-555F-E1C775A249E1}"/>
              </a:ext>
            </a:extLst>
          </p:cNvPr>
          <p:cNvSpPr>
            <a:spLocks noGrp="1"/>
          </p:cNvSpPr>
          <p:nvPr>
            <p:ph type="ftr" sz="quarter" idx="11"/>
          </p:nvPr>
        </p:nvSpPr>
        <p:spPr>
          <a:xfrm rot="5400000">
            <a:off x="10469880" y="1609344"/>
            <a:ext cx="2670048" cy="365760"/>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pPr algn="r"/>
            <a:r>
              <a:rPr lang="en-US"/>
              <a:t>Sample Footer Text</a:t>
            </a:r>
          </a:p>
        </p:txBody>
      </p:sp>
      <p:sp>
        <p:nvSpPr>
          <p:cNvPr id="10" name="Slide Number Placeholder 9">
            <a:extLst>
              <a:ext uri="{FF2B5EF4-FFF2-40B4-BE49-F238E27FC236}">
                <a16:creationId xmlns:a16="http://schemas.microsoft.com/office/drawing/2014/main" id="{214A870A-A927-4B80-CF98-DCEAE185B2E6}"/>
              </a:ext>
            </a:extLst>
          </p:cNvPr>
          <p:cNvSpPr>
            <a:spLocks noGrp="1"/>
          </p:cNvSpPr>
          <p:nvPr>
            <p:ph type="sldNum" sz="quarter" idx="12"/>
          </p:nvPr>
        </p:nvSpPr>
        <p:spPr>
          <a:xfrm>
            <a:off x="11494008" y="3218688"/>
            <a:ext cx="630936" cy="429768"/>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pPr algn="ctr"/>
            <a:fld id="{CC057153-B650-4DEB-B370-79DDCFDCE934}" type="slidenum">
              <a:rPr lang="en-US" smtClean="0"/>
              <a:pPr algn="ctr"/>
              <a:t>‹#›</a:t>
            </a:fld>
            <a:endParaRPr lang="en-US"/>
          </a:p>
        </p:txBody>
      </p:sp>
      <p:sp>
        <p:nvSpPr>
          <p:cNvPr id="7" name="Date Placeholder 6">
            <a:extLst>
              <a:ext uri="{FF2B5EF4-FFF2-40B4-BE49-F238E27FC236}">
                <a16:creationId xmlns:a16="http://schemas.microsoft.com/office/drawing/2014/main" id="{1C479C96-7BEB-F059-03DB-852A6D2778BB}"/>
              </a:ext>
            </a:extLst>
          </p:cNvPr>
          <p:cNvSpPr>
            <a:spLocks noGrp="1"/>
          </p:cNvSpPr>
          <p:nvPr>
            <p:ph type="dt" sz="half" idx="10"/>
          </p:nvPr>
        </p:nvSpPr>
        <p:spPr>
          <a:xfrm rot="5400000">
            <a:off x="10469880" y="4892040"/>
            <a:ext cx="2670048" cy="365760"/>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fld id="{13F6E6D0-87B4-4C3B-B3F0-66F0B5E50C89}" type="datetime4">
              <a:rPr lang="en-US" smtClean="0"/>
              <a:t>December 21, 2025</a:t>
            </a:fld>
            <a:endParaRPr lang="en-US"/>
          </a:p>
        </p:txBody>
      </p:sp>
    </p:spTree>
    <p:extLst>
      <p:ext uri="{BB962C8B-B14F-4D97-AF65-F5344CB8AC3E}">
        <p14:creationId xmlns:p14="http://schemas.microsoft.com/office/powerpoint/2010/main" val="40733612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402336"/>
            <a:ext cx="10570464" cy="1088136"/>
          </a:xfrm>
          <a:prstGeom prst="rect">
            <a:avLst/>
          </a:prstGeom>
        </p:spPr>
        <p:txBody>
          <a:bodyPr anchor="ctr"/>
          <a:lstStyle>
            <a:lvl1pPr>
              <a:lnSpc>
                <a:spcPct val="120000"/>
              </a:lnSpc>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8" y="1771561"/>
            <a:ext cx="10570464" cy="4738237"/>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9" name="Footer Placeholder 8">
            <a:extLst>
              <a:ext uri="{FF2B5EF4-FFF2-40B4-BE49-F238E27FC236}">
                <a16:creationId xmlns:a16="http://schemas.microsoft.com/office/drawing/2014/main" id="{1C13AFFC-4568-3E17-7C33-09B92BCA6D9E}"/>
              </a:ext>
            </a:extLst>
          </p:cNvPr>
          <p:cNvSpPr>
            <a:spLocks noGrp="1"/>
          </p:cNvSpPr>
          <p:nvPr>
            <p:ph type="ftr" sz="quarter" idx="11"/>
          </p:nvPr>
        </p:nvSpPr>
        <p:spPr>
          <a:xfrm rot="5400000">
            <a:off x="10469880" y="1609344"/>
            <a:ext cx="2670048" cy="365760"/>
          </a:xfrm>
          <a:prstGeom prst="rect">
            <a:avLst/>
          </a:prstGeom>
        </p:spPr>
        <p:txBody>
          <a:bodyPr/>
          <a:lstStyle/>
          <a:p>
            <a:pPr algn="r"/>
            <a:r>
              <a:rPr lang="en-US"/>
              <a:t>Sample Footer Text</a:t>
            </a:r>
          </a:p>
        </p:txBody>
      </p:sp>
      <p:sp>
        <p:nvSpPr>
          <p:cNvPr id="10" name="Slide Number Placeholder 9">
            <a:extLst>
              <a:ext uri="{FF2B5EF4-FFF2-40B4-BE49-F238E27FC236}">
                <a16:creationId xmlns:a16="http://schemas.microsoft.com/office/drawing/2014/main" id="{DDB5C042-810A-BFD3-4734-36B6D4034FEF}"/>
              </a:ext>
            </a:extLst>
          </p:cNvPr>
          <p:cNvSpPr>
            <a:spLocks noGrp="1"/>
          </p:cNvSpPr>
          <p:nvPr>
            <p:ph type="sldNum" sz="quarter" idx="12"/>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8" name="Date Placeholder 7">
            <a:extLst>
              <a:ext uri="{FF2B5EF4-FFF2-40B4-BE49-F238E27FC236}">
                <a16:creationId xmlns:a16="http://schemas.microsoft.com/office/drawing/2014/main" id="{F6179C94-72AD-605C-3C39-C90A5F2E89D3}"/>
              </a:ext>
            </a:extLst>
          </p:cNvPr>
          <p:cNvSpPr>
            <a:spLocks noGrp="1"/>
          </p:cNvSpPr>
          <p:nvPr>
            <p:ph type="dt" sz="half" idx="10"/>
          </p:nvPr>
        </p:nvSpPr>
        <p:spPr>
          <a:xfrm rot="5400000">
            <a:off x="10469880" y="4892040"/>
            <a:ext cx="2670048" cy="365760"/>
          </a:xfrm>
          <a:prstGeom prst="rect">
            <a:avLst/>
          </a:prstGeom>
        </p:spPr>
        <p:txBody>
          <a:bodyPr/>
          <a:lstStyle/>
          <a:p>
            <a:fld id="{F41A7DA3-E571-4AB8-8090-2E9CED874689}" type="datetime4">
              <a:rPr lang="en-US" smtClean="0"/>
              <a:t>December 21, 2025</a:t>
            </a:fld>
            <a:endParaRPr lang="en-US"/>
          </a:p>
        </p:txBody>
      </p:sp>
    </p:spTree>
    <p:extLst>
      <p:ext uri="{BB962C8B-B14F-4D97-AF65-F5344CB8AC3E}">
        <p14:creationId xmlns:p14="http://schemas.microsoft.com/office/powerpoint/2010/main" val="21006594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bg>
      <p:bgRef idx="1001">
        <a:schemeClr val="bg1"/>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25D86B5-411C-5D53-8E6C-26B857F5B5BD}"/>
              </a:ext>
            </a:extLst>
          </p:cNvPr>
          <p:cNvSpPr/>
          <p:nvPr/>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9752AE3-E97E-6381-3066-90B73D6C279A}"/>
              </a:ext>
              <a:ext uri="{C183D7F6-B498-43B3-948B-1728B52AA6E4}">
                <adec:decorative xmlns:adec="http://schemas.microsoft.com/office/drawing/2017/decorative" val="1"/>
              </a:ext>
            </a:extLst>
          </p:cNvPr>
          <p:cNvSpPr/>
          <p:nvPr/>
        </p:nvSpPr>
        <p:spPr>
          <a:xfrm>
            <a:off x="762000" y="762003"/>
            <a:ext cx="10667999" cy="53339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71FC1D47-D22E-C8B6-52EE-977FA326BC59}"/>
              </a:ext>
              <a:ext uri="{C183D7F6-B498-43B3-948B-1728B52AA6E4}">
                <adec:decorative xmlns:adec="http://schemas.microsoft.com/office/drawing/2017/decorative" val="1"/>
              </a:ext>
            </a:extLst>
          </p:cNvPr>
          <p:cNvCxnSpPr>
            <a:cxnSpLocks/>
          </p:cNvCxnSpPr>
          <p:nvPr/>
        </p:nvCxnSpPr>
        <p:spPr>
          <a:xfrm>
            <a:off x="1550741" y="4572000"/>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C20D13D9-271B-1B45-E2B5-49ADC53F7EFB}"/>
              </a:ext>
            </a:extLst>
          </p:cNvPr>
          <p:cNvSpPr/>
          <p:nvPr/>
        </p:nvSpPr>
        <p:spPr>
          <a:xfrm>
            <a:off x="6590056" y="1283542"/>
            <a:ext cx="4306824" cy="4306824"/>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345999" y="1235176"/>
            <a:ext cx="4672584" cy="2841220"/>
          </a:xfrm>
          <a:prstGeom prst="rect">
            <a:avLst/>
          </a:prstGeom>
        </p:spPr>
        <p:txBody>
          <a:bodyPr vert="horz" lIns="91440" tIns="45720" rIns="91440" bIns="45720" rtlCol="0" anchor="t">
            <a:normAutofit/>
          </a:bodyPr>
          <a:lstStyle>
            <a:lvl1pPr>
              <a:defRPr lang="en-US" sz="3100">
                <a:solidFill>
                  <a:schemeClr val="tx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345999" y="4983480"/>
            <a:ext cx="4672584" cy="786384"/>
          </a:xfrm>
          <a:prstGeom prst="rect">
            <a:avLst/>
          </a:prstGeom>
        </p:spPr>
        <p:txBody>
          <a:bodyPr vert="horz" lIns="91440" tIns="45720" rIns="91440" bIns="45720" rtlCol="0">
            <a:normAutofit/>
          </a:bodyPr>
          <a:lstStyle>
            <a:lvl1pPr marL="0" indent="0">
              <a:buNone/>
              <a:defRPr lang="en-US" dirty="0">
                <a:solidFill>
                  <a:schemeClr val="tx1"/>
                </a:solidFill>
              </a:defRPr>
            </a:lvl1pPr>
          </a:lstStyle>
          <a:p>
            <a:pPr lvl="0"/>
            <a:r>
              <a:rPr lang="en-US"/>
              <a:t>Click to edit Master subtitle style</a:t>
            </a:r>
            <a:endParaRPr lang="en-US" dirty="0"/>
          </a:p>
        </p:txBody>
      </p:sp>
      <p:sp>
        <p:nvSpPr>
          <p:cNvPr id="22" name="Picture Placeholder 20">
            <a:extLst>
              <a:ext uri="{FF2B5EF4-FFF2-40B4-BE49-F238E27FC236}">
                <a16:creationId xmlns:a16="http://schemas.microsoft.com/office/drawing/2014/main" id="{FBACAA98-741E-5E01-790D-22D994E62DDB}"/>
              </a:ext>
            </a:extLst>
          </p:cNvPr>
          <p:cNvSpPr>
            <a:spLocks noGrp="1"/>
          </p:cNvSpPr>
          <p:nvPr>
            <p:ph type="pic" sz="quarter" idx="17" hasCustomPrompt="1"/>
          </p:nvPr>
        </p:nvSpPr>
        <p:spPr>
          <a:xfrm>
            <a:off x="6581777" y="1264436"/>
            <a:ext cx="4329128" cy="4329128"/>
          </a:xfrm>
          <a:custGeom>
            <a:avLst/>
            <a:gdLst>
              <a:gd name="connsiteX0" fmla="*/ 2164564 w 4329128"/>
              <a:gd name="connsiteY0" fmla="*/ 0 h 4329128"/>
              <a:gd name="connsiteX1" fmla="*/ 4329128 w 4329128"/>
              <a:gd name="connsiteY1" fmla="*/ 2164564 h 4329128"/>
              <a:gd name="connsiteX2" fmla="*/ 2164564 w 4329128"/>
              <a:gd name="connsiteY2" fmla="*/ 4329128 h 4329128"/>
              <a:gd name="connsiteX3" fmla="*/ 0 w 4329128"/>
              <a:gd name="connsiteY3" fmla="*/ 2164564 h 4329128"/>
              <a:gd name="connsiteX4" fmla="*/ 2164564 w 4329128"/>
              <a:gd name="connsiteY4" fmla="*/ 0 h 43291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29128" h="4329128">
                <a:moveTo>
                  <a:pt x="2164564" y="0"/>
                </a:moveTo>
                <a:cubicBezTo>
                  <a:pt x="3360020" y="0"/>
                  <a:pt x="4329128" y="969108"/>
                  <a:pt x="4329128" y="2164564"/>
                </a:cubicBezTo>
                <a:cubicBezTo>
                  <a:pt x="4329128" y="3360020"/>
                  <a:pt x="3360020" y="4329128"/>
                  <a:pt x="2164564" y="4329128"/>
                </a:cubicBezTo>
                <a:cubicBezTo>
                  <a:pt x="969108" y="4329128"/>
                  <a:pt x="0" y="3360020"/>
                  <a:pt x="0" y="2164564"/>
                </a:cubicBezTo>
                <a:cubicBezTo>
                  <a:pt x="0" y="969108"/>
                  <a:pt x="969108" y="0"/>
                  <a:pt x="2164564" y="0"/>
                </a:cubicBezTo>
                <a:close/>
              </a:path>
            </a:pathLst>
          </a:custGeom>
          <a:blipFill dpi="0" rotWithShape="1">
            <a:blip r:embed="rId2">
              <a:alphaModFix amt="85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1CC8C939-7FAD-347B-1591-43D9B3231526}"/>
              </a:ext>
            </a:extLst>
          </p:cNvPr>
          <p:cNvSpPr>
            <a:spLocks noGrp="1"/>
          </p:cNvSpPr>
          <p:nvPr>
            <p:ph type="ftr" sz="quarter" idx="19"/>
          </p:nvPr>
        </p:nvSpPr>
        <p:spPr/>
        <p:txBody>
          <a:bodyPr/>
          <a:lstStyle>
            <a:lvl1pPr>
              <a:defRPr>
                <a:solidFill>
                  <a:schemeClr val="bg1"/>
                </a:solidFill>
              </a:defRPr>
            </a:lvl1pPr>
          </a:lstStyle>
          <a:p>
            <a:r>
              <a:rPr lang="en-US"/>
              <a:t>Sample Footer Text</a:t>
            </a:r>
            <a:endParaRPr lang="en-US" dirty="0"/>
          </a:p>
        </p:txBody>
      </p:sp>
      <p:sp>
        <p:nvSpPr>
          <p:cNvPr id="6" name="Slide Number Placeholder 5">
            <a:extLst>
              <a:ext uri="{FF2B5EF4-FFF2-40B4-BE49-F238E27FC236}">
                <a16:creationId xmlns:a16="http://schemas.microsoft.com/office/drawing/2014/main" id="{85AAACDE-68BE-0B6C-22AE-1B3B232E2964}"/>
              </a:ext>
            </a:extLst>
          </p:cNvPr>
          <p:cNvSpPr>
            <a:spLocks noGrp="1"/>
          </p:cNvSpPr>
          <p:nvPr>
            <p:ph type="sldNum" sz="quarter" idx="20"/>
          </p:nvPr>
        </p:nvSpPr>
        <p:spPr/>
        <p:txBody>
          <a:bodyPr/>
          <a:lstStyle>
            <a:lvl1pPr>
              <a:defRPr>
                <a:solidFill>
                  <a:schemeClr val="bg1"/>
                </a:solidFill>
              </a:defRPr>
            </a:lvl1pPr>
          </a:lstStyle>
          <a:p>
            <a:fld id="{8D252C1B-CBF0-4A4D-8F57-7FB989103249}" type="slidenum">
              <a:rPr lang="en-US" smtClean="0"/>
              <a:pPr/>
              <a:t>‹#›</a:t>
            </a:fld>
            <a:endParaRPr lang="en-US"/>
          </a:p>
        </p:txBody>
      </p:sp>
      <p:sp>
        <p:nvSpPr>
          <p:cNvPr id="4" name="Date Placeholder 3">
            <a:extLst>
              <a:ext uri="{FF2B5EF4-FFF2-40B4-BE49-F238E27FC236}">
                <a16:creationId xmlns:a16="http://schemas.microsoft.com/office/drawing/2014/main" id="{AFD31B72-8374-965C-518F-8B0878FD79D0}"/>
              </a:ext>
            </a:extLst>
          </p:cNvPr>
          <p:cNvSpPr>
            <a:spLocks noGrp="1"/>
          </p:cNvSpPr>
          <p:nvPr>
            <p:ph type="dt" sz="half" idx="18"/>
          </p:nvPr>
        </p:nvSpPr>
        <p:spPr/>
        <p:txBody>
          <a:bodyPr/>
          <a:lstStyle>
            <a:lvl1pPr>
              <a:defRPr>
                <a:solidFill>
                  <a:schemeClr val="bg1"/>
                </a:solidFill>
              </a:defRPr>
            </a:lvl1pPr>
          </a:lstStyle>
          <a:p>
            <a:fld id="{1DD12A09-AD48-4A48-AB09-132ADC51F3E7}" type="datetime4">
              <a:rPr lang="en-US" smtClean="0"/>
              <a:t>December 21, 2025</a:t>
            </a:fld>
            <a:endParaRPr lang="en-US"/>
          </a:p>
        </p:txBody>
      </p:sp>
    </p:spTree>
    <p:extLst>
      <p:ext uri="{BB962C8B-B14F-4D97-AF65-F5344CB8AC3E}">
        <p14:creationId xmlns:p14="http://schemas.microsoft.com/office/powerpoint/2010/main" val="282536756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7F637AE-CF0D-CD42-24EB-4763CA6564C7}"/>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5" name="Rectangle 4">
            <a:extLst>
              <a:ext uri="{FF2B5EF4-FFF2-40B4-BE49-F238E27FC236}">
                <a16:creationId xmlns:a16="http://schemas.microsoft.com/office/drawing/2014/main" id="{DC940CC8-5401-3EF9-398C-2A2492181116}"/>
              </a:ext>
              <a:ext uri="{C183D7F6-B498-43B3-948B-1728B52AA6E4}">
                <adec:decorative xmlns:adec="http://schemas.microsoft.com/office/drawing/2017/decorative" val="1"/>
              </a:ext>
            </a:extLst>
          </p:cNvPr>
          <p:cNvSpPr/>
          <p:nvPr/>
        </p:nvSpPr>
        <p:spPr>
          <a:xfrm>
            <a:off x="762000" y="762000"/>
            <a:ext cx="5330953" cy="5334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345999" y="1236272"/>
            <a:ext cx="3959352" cy="2885843"/>
          </a:xfrm>
          <a:prstGeom prst="rect">
            <a:avLst/>
          </a:prstGeom>
        </p:spPr>
        <p:txBody>
          <a:bodyPr vert="horz" lIns="91440" tIns="45720" rIns="91440" bIns="45720" rtlCol="0" anchor="t">
            <a:normAutofit/>
          </a:bodyPr>
          <a:lstStyle>
            <a:lvl1pPr>
              <a:defRPr lang="en-US" sz="400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355143" y="5029200"/>
            <a:ext cx="3941064" cy="786384"/>
          </a:xfrm>
          <a:prstGeom prst="rect">
            <a:avLst/>
          </a:prstGeom>
        </p:spPr>
        <p:txBody>
          <a:bodyPr vert="horz" lIns="91440" tIns="45720" rIns="91440" bIns="45720" rtlCol="0">
            <a:normAutofit/>
          </a:bodyPr>
          <a:lstStyle>
            <a:lvl1pPr marL="0" indent="0">
              <a:buNone/>
              <a:defRPr lang="en-US" dirty="0"/>
            </a:lvl1pPr>
          </a:lstStyle>
          <a:p>
            <a:pPr lvl="0"/>
            <a:r>
              <a:rPr lang="en-US"/>
              <a:t>Click to edit Master subtitle style</a:t>
            </a:r>
            <a:endParaRPr lang="en-US" dirty="0"/>
          </a:p>
        </p:txBody>
      </p:sp>
      <p:cxnSp>
        <p:nvCxnSpPr>
          <p:cNvPr id="7" name="Straight Connector 6">
            <a:extLst>
              <a:ext uri="{FF2B5EF4-FFF2-40B4-BE49-F238E27FC236}">
                <a16:creationId xmlns:a16="http://schemas.microsoft.com/office/drawing/2014/main" id="{12230C97-C8C3-2142-5720-3E811CE1E63C}"/>
              </a:ext>
              <a:ext uri="{C183D7F6-B498-43B3-948B-1728B52AA6E4}">
                <adec:decorative xmlns:adec="http://schemas.microsoft.com/office/drawing/2017/decorative" val="1"/>
              </a:ext>
            </a:extLst>
          </p:cNvPr>
          <p:cNvCxnSpPr>
            <a:cxnSpLocks/>
          </p:cNvCxnSpPr>
          <p:nvPr/>
        </p:nvCxnSpPr>
        <p:spPr>
          <a:xfrm>
            <a:off x="1463059" y="4732259"/>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Picture Placeholder 8">
            <a:extLst>
              <a:ext uri="{FF2B5EF4-FFF2-40B4-BE49-F238E27FC236}">
                <a16:creationId xmlns:a16="http://schemas.microsoft.com/office/drawing/2014/main" id="{7081DABC-6343-A24F-FE45-96400F8FB4BD}"/>
              </a:ext>
            </a:extLst>
          </p:cNvPr>
          <p:cNvSpPr>
            <a:spLocks noGrp="1"/>
          </p:cNvSpPr>
          <p:nvPr>
            <p:ph type="pic" sz="quarter" idx="13" hasCustomPrompt="1"/>
          </p:nvPr>
        </p:nvSpPr>
        <p:spPr>
          <a:xfrm>
            <a:off x="6099048" y="758951"/>
            <a:ext cx="5340096" cy="5333995"/>
          </a:xfrm>
          <a:prstGeom prst="rect">
            <a:avLst/>
          </a:prstGeom>
          <a:blipFill>
            <a:blip r:embed="rId2">
              <a:alphaModFix amt="80000"/>
            </a:blip>
            <a:stretch>
              <a:fillRect/>
            </a:stretch>
          </a:blipFill>
        </p:spPr>
        <p:txBody>
          <a:bodyPr/>
          <a:lstStyle>
            <a:lvl1pPr marL="0" indent="0">
              <a:buNone/>
              <a:defRPr/>
            </a:lvl1pPr>
          </a:lstStyle>
          <a:p>
            <a:r>
              <a:rPr lang="en-US" dirty="0"/>
              <a:t> </a:t>
            </a:r>
          </a:p>
        </p:txBody>
      </p:sp>
      <p:sp>
        <p:nvSpPr>
          <p:cNvPr id="15" name="Footer Placeholder 14">
            <a:extLst>
              <a:ext uri="{FF2B5EF4-FFF2-40B4-BE49-F238E27FC236}">
                <a16:creationId xmlns:a16="http://schemas.microsoft.com/office/drawing/2014/main" id="{D728580C-8778-854F-6D1B-9AF8BF5B2FB6}"/>
              </a:ext>
            </a:extLst>
          </p:cNvPr>
          <p:cNvSpPr>
            <a:spLocks noGrp="1"/>
          </p:cNvSpPr>
          <p:nvPr>
            <p:ph type="ftr" sz="quarter" idx="11"/>
          </p:nvPr>
        </p:nvSpPr>
        <p:spPr>
          <a:xfrm rot="5400000">
            <a:off x="10469880" y="1609344"/>
            <a:ext cx="2670048" cy="365760"/>
          </a:xfrm>
          <a:prstGeom prst="rect">
            <a:avLst/>
          </a:prstGeom>
        </p:spPr>
        <p:txBody>
          <a:bodyPr/>
          <a:lstStyle>
            <a:lvl1pPr>
              <a:defRPr>
                <a:solidFill>
                  <a:schemeClr val="bg1"/>
                </a:solidFill>
              </a:defRPr>
            </a:lvl1pPr>
          </a:lstStyle>
          <a:p>
            <a:pPr algn="r"/>
            <a:r>
              <a:rPr lang="en-US"/>
              <a:t>Sample Footer Text</a:t>
            </a:r>
          </a:p>
        </p:txBody>
      </p:sp>
      <p:sp>
        <p:nvSpPr>
          <p:cNvPr id="16" name="Slide Number Placeholder 15">
            <a:extLst>
              <a:ext uri="{FF2B5EF4-FFF2-40B4-BE49-F238E27FC236}">
                <a16:creationId xmlns:a16="http://schemas.microsoft.com/office/drawing/2014/main" id="{73ECBF32-23F4-84AC-A92D-D9821052AF13}"/>
              </a:ext>
            </a:extLst>
          </p:cNvPr>
          <p:cNvSpPr>
            <a:spLocks noGrp="1"/>
          </p:cNvSpPr>
          <p:nvPr>
            <p:ph type="sldNum" sz="quarter" idx="12"/>
          </p:nvPr>
        </p:nvSpPr>
        <p:spPr>
          <a:xfrm>
            <a:off x="11494008" y="3218688"/>
            <a:ext cx="630936" cy="429768"/>
          </a:xfrm>
          <a:prstGeom prst="rect">
            <a:avLst/>
          </a:prstGeom>
        </p:spPr>
        <p:txBody>
          <a:bodyPr/>
          <a:lstStyle>
            <a:lvl1pPr>
              <a:defRPr>
                <a:solidFill>
                  <a:schemeClr val="bg1"/>
                </a:solidFill>
              </a:defRPr>
            </a:lvl1pPr>
          </a:lstStyle>
          <a:p>
            <a:pPr algn="ctr"/>
            <a:fld id="{CC057153-B650-4DEB-B370-79DDCFDCE934}" type="slidenum">
              <a:rPr lang="en-US" smtClean="0"/>
              <a:pPr algn="ctr"/>
              <a:t>‹#›</a:t>
            </a:fld>
            <a:endParaRPr lang="en-US"/>
          </a:p>
        </p:txBody>
      </p:sp>
      <p:sp>
        <p:nvSpPr>
          <p:cNvPr id="14" name="Date Placeholder 13">
            <a:extLst>
              <a:ext uri="{FF2B5EF4-FFF2-40B4-BE49-F238E27FC236}">
                <a16:creationId xmlns:a16="http://schemas.microsoft.com/office/drawing/2014/main" id="{ABA7367A-7087-E045-A8D9-1DB09D3DE13F}"/>
              </a:ext>
            </a:extLst>
          </p:cNvPr>
          <p:cNvSpPr>
            <a:spLocks noGrp="1"/>
          </p:cNvSpPr>
          <p:nvPr>
            <p:ph type="dt" sz="half" idx="10"/>
          </p:nvPr>
        </p:nvSpPr>
        <p:spPr>
          <a:xfrm rot="5400000">
            <a:off x="10469880" y="4892040"/>
            <a:ext cx="2670048" cy="365760"/>
          </a:xfrm>
          <a:prstGeom prst="rect">
            <a:avLst/>
          </a:prstGeom>
        </p:spPr>
        <p:txBody>
          <a:bodyPr/>
          <a:lstStyle>
            <a:lvl1pPr>
              <a:defRPr>
                <a:solidFill>
                  <a:schemeClr val="bg1"/>
                </a:solidFill>
              </a:defRPr>
            </a:lvl1pPr>
          </a:lstStyle>
          <a:p>
            <a:fld id="{BB697729-EE3B-43A9-898D-9A5AFB5AB592}" type="datetime4">
              <a:rPr lang="en-US" smtClean="0"/>
              <a:t>December 21, 2025</a:t>
            </a:fld>
            <a:endParaRPr lang="en-US"/>
          </a:p>
        </p:txBody>
      </p:sp>
    </p:spTree>
    <p:extLst>
      <p:ext uri="{BB962C8B-B14F-4D97-AF65-F5344CB8AC3E}">
        <p14:creationId xmlns:p14="http://schemas.microsoft.com/office/powerpoint/2010/main" val="346466303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4">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0993A5D-2039-07DE-6F59-B5B0BA392F1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5" name="Oval 4">
            <a:extLst>
              <a:ext uri="{FF2B5EF4-FFF2-40B4-BE49-F238E27FC236}">
                <a16:creationId xmlns:a16="http://schemas.microsoft.com/office/drawing/2014/main" id="{9EC672D3-D8F8-3D61-3C4C-5C95F5E2613C}"/>
              </a:ext>
              <a:ext uri="{C183D7F6-B498-43B3-948B-1728B52AA6E4}">
                <adec:decorative xmlns:adec="http://schemas.microsoft.com/office/drawing/2017/decorative" val="1"/>
              </a:ext>
            </a:extLst>
          </p:cNvPr>
          <p:cNvSpPr/>
          <p:nvPr/>
        </p:nvSpPr>
        <p:spPr>
          <a:xfrm>
            <a:off x="733197" y="1113411"/>
            <a:ext cx="4629606" cy="462960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1538975B-8704-9783-3024-A904B1D27242}"/>
              </a:ext>
              <a:ext uri="{C183D7F6-B498-43B3-948B-1728B52AA6E4}">
                <adec:decorative xmlns:adec="http://schemas.microsoft.com/office/drawing/2017/decorative" val="1"/>
              </a:ext>
            </a:extLst>
          </p:cNvPr>
          <p:cNvCxnSpPr>
            <a:cxnSpLocks/>
          </p:cNvCxnSpPr>
          <p:nvPr/>
        </p:nvCxnSpPr>
        <p:spPr>
          <a:xfrm>
            <a:off x="2562423" y="3960586"/>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088136" y="2286000"/>
            <a:ext cx="3941064" cy="1353312"/>
          </a:xfrm>
          <a:prstGeom prst="rect">
            <a:avLst/>
          </a:prstGeom>
        </p:spPr>
        <p:txBody>
          <a:bodyPr anchor="b">
            <a:normAutofit/>
          </a:bodyPr>
          <a:lstStyle>
            <a:lvl1pPr algn="ctr">
              <a:lnSpc>
                <a:spcPct val="120000"/>
              </a:lnSpc>
              <a:defRPr sz="280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527048" y="4251960"/>
            <a:ext cx="3044952" cy="877824"/>
          </a:xfrm>
          <a:prstGeom prst="rect">
            <a:avLst/>
          </a:prstGeom>
        </p:spPr>
        <p:txBody>
          <a:bodyPr anchor="t">
            <a:normAutofit/>
          </a:bodyPr>
          <a:lstStyle>
            <a:lvl1pPr marL="0" indent="0" algn="ctr">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4" name="Picture Placeholder 13">
            <a:extLst>
              <a:ext uri="{FF2B5EF4-FFF2-40B4-BE49-F238E27FC236}">
                <a16:creationId xmlns:a16="http://schemas.microsoft.com/office/drawing/2014/main" id="{A4FC6076-33D1-25E4-ECF0-EBA6547E6F66}"/>
              </a:ext>
            </a:extLst>
          </p:cNvPr>
          <p:cNvSpPr>
            <a:spLocks noGrp="1"/>
          </p:cNvSpPr>
          <p:nvPr>
            <p:ph type="pic" sz="quarter" idx="13" hasCustomPrompt="1"/>
          </p:nvPr>
        </p:nvSpPr>
        <p:spPr>
          <a:xfrm>
            <a:off x="6099048" y="0"/>
            <a:ext cx="6099048" cy="6858000"/>
          </a:xfrm>
          <a:prstGeom prst="rect">
            <a:avLst/>
          </a:prstGeom>
          <a:blipFill>
            <a:blip r:embed="rId2">
              <a:alphaModFix amt="80000"/>
            </a:blip>
            <a:stretch>
              <a:fillRect/>
            </a:stretch>
          </a:blipFill>
        </p:spPr>
        <p:txBody>
          <a:bodyPr/>
          <a:lstStyle>
            <a:lvl1pPr marL="0" indent="0">
              <a:buNone/>
              <a:defRPr/>
            </a:lvl1pPr>
          </a:lstStyle>
          <a:p>
            <a:r>
              <a:rPr lang="en-US" dirty="0"/>
              <a:t> </a:t>
            </a:r>
          </a:p>
        </p:txBody>
      </p:sp>
      <p:sp>
        <p:nvSpPr>
          <p:cNvPr id="17" name="Footer Placeholder 16">
            <a:extLst>
              <a:ext uri="{FF2B5EF4-FFF2-40B4-BE49-F238E27FC236}">
                <a16:creationId xmlns:a16="http://schemas.microsoft.com/office/drawing/2014/main" id="{AC1630BD-E1B7-AF29-7C4B-B85965A099D7}"/>
              </a:ext>
            </a:extLst>
          </p:cNvPr>
          <p:cNvSpPr>
            <a:spLocks noGrp="1"/>
          </p:cNvSpPr>
          <p:nvPr>
            <p:ph type="ftr" sz="quarter" idx="15"/>
          </p:nvPr>
        </p:nvSpPr>
        <p:spPr>
          <a:xfrm rot="5400000">
            <a:off x="10469880" y="1609344"/>
            <a:ext cx="2670048" cy="365760"/>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pPr algn="r"/>
            <a:r>
              <a:rPr lang="en-US" dirty="0"/>
              <a:t>Sample Footer Text</a:t>
            </a:r>
          </a:p>
        </p:txBody>
      </p:sp>
      <p:sp>
        <p:nvSpPr>
          <p:cNvPr id="18" name="Slide Number Placeholder 17">
            <a:extLst>
              <a:ext uri="{FF2B5EF4-FFF2-40B4-BE49-F238E27FC236}">
                <a16:creationId xmlns:a16="http://schemas.microsoft.com/office/drawing/2014/main" id="{984E9A52-4A3D-D4E9-EB81-3D3DF57174E8}"/>
              </a:ext>
            </a:extLst>
          </p:cNvPr>
          <p:cNvSpPr>
            <a:spLocks noGrp="1"/>
          </p:cNvSpPr>
          <p:nvPr>
            <p:ph type="sldNum" sz="quarter" idx="16"/>
          </p:nvPr>
        </p:nvSpPr>
        <p:spPr>
          <a:xfrm>
            <a:off x="11494008" y="3218688"/>
            <a:ext cx="630936" cy="429768"/>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pPr algn="ctr"/>
            <a:fld id="{CC057153-B650-4DEB-B370-79DDCFDCE934}" type="slidenum">
              <a:rPr lang="en-US" smtClean="0"/>
              <a:pPr algn="ctr"/>
              <a:t>‹#›</a:t>
            </a:fld>
            <a:endParaRPr lang="en-US"/>
          </a:p>
        </p:txBody>
      </p:sp>
      <p:sp>
        <p:nvSpPr>
          <p:cNvPr id="16" name="Date Placeholder 15">
            <a:extLst>
              <a:ext uri="{FF2B5EF4-FFF2-40B4-BE49-F238E27FC236}">
                <a16:creationId xmlns:a16="http://schemas.microsoft.com/office/drawing/2014/main" id="{BBD33975-EBFD-2750-DA6E-80E55F7B5DC4}"/>
              </a:ext>
            </a:extLst>
          </p:cNvPr>
          <p:cNvSpPr>
            <a:spLocks noGrp="1"/>
          </p:cNvSpPr>
          <p:nvPr>
            <p:ph type="dt" sz="half" idx="14"/>
          </p:nvPr>
        </p:nvSpPr>
        <p:spPr>
          <a:xfrm rot="5400000">
            <a:off x="10469880" y="4892040"/>
            <a:ext cx="2670048" cy="365760"/>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fld id="{25D84001-F520-4AD8-8668-0040A4F617EA}" type="datetime4">
              <a:rPr lang="en-US" smtClean="0"/>
              <a:t>December 21, 2025</a:t>
            </a:fld>
            <a:endParaRPr lang="en-US"/>
          </a:p>
        </p:txBody>
      </p:sp>
    </p:spTree>
    <p:extLst>
      <p:ext uri="{BB962C8B-B14F-4D97-AF65-F5344CB8AC3E}">
        <p14:creationId xmlns:p14="http://schemas.microsoft.com/office/powerpoint/2010/main" val="214096759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p:bg>
      <p:bgRef idx="1001">
        <a:schemeClr val="bg1"/>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C771A26-A749-5BFC-F3B1-40FD28B010E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Oval 11">
            <a:extLst>
              <a:ext uri="{FF2B5EF4-FFF2-40B4-BE49-F238E27FC236}">
                <a16:creationId xmlns:a16="http://schemas.microsoft.com/office/drawing/2014/main" id="{4D0D36FE-2517-024E-B081-D0B2295EA3FA}"/>
              </a:ext>
              <a:ext uri="{C183D7F6-B498-43B3-948B-1728B52AA6E4}">
                <adec:decorative xmlns:adec="http://schemas.microsoft.com/office/drawing/2017/decorative" val="1"/>
              </a:ext>
            </a:extLst>
          </p:cNvPr>
          <p:cNvSpPr/>
          <p:nvPr/>
        </p:nvSpPr>
        <p:spPr>
          <a:xfrm>
            <a:off x="3417864" y="760144"/>
            <a:ext cx="5356272" cy="535627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DB3AD774-9783-18D4-7A22-0650BD37C844}"/>
              </a:ext>
              <a:ext uri="{C183D7F6-B498-43B3-948B-1728B52AA6E4}">
                <adec:decorative xmlns:adec="http://schemas.microsoft.com/office/drawing/2017/decorative" val="1"/>
              </a:ext>
            </a:extLst>
          </p:cNvPr>
          <p:cNvCxnSpPr>
            <a:cxnSpLocks/>
          </p:cNvCxnSpPr>
          <p:nvPr/>
        </p:nvCxnSpPr>
        <p:spPr>
          <a:xfrm>
            <a:off x="5610423" y="3960586"/>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014216" y="1746504"/>
            <a:ext cx="4160520" cy="1883664"/>
          </a:xfrm>
          <a:prstGeom prst="rect">
            <a:avLst/>
          </a:prstGeom>
        </p:spPr>
        <p:txBody>
          <a:bodyPr anchor="b">
            <a:normAutofit/>
          </a:bodyPr>
          <a:lstStyle>
            <a:lvl1pPr algn="ctr">
              <a:lnSpc>
                <a:spcPct val="120000"/>
              </a:lnSpc>
              <a:defRPr sz="280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489704" y="4288536"/>
            <a:ext cx="3218688" cy="1316736"/>
          </a:xfrm>
          <a:prstGeom prst="rect">
            <a:avLst/>
          </a:prstGeom>
        </p:spPr>
        <p:txBody>
          <a:bodyPr anchor="t">
            <a:normAutofit/>
          </a:bodyPr>
          <a:lstStyle>
            <a:lvl1pPr marL="0" indent="0" algn="ctr">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5" name="Footer Placeholder 14">
            <a:extLst>
              <a:ext uri="{FF2B5EF4-FFF2-40B4-BE49-F238E27FC236}">
                <a16:creationId xmlns:a16="http://schemas.microsoft.com/office/drawing/2014/main" id="{D728580C-8778-854F-6D1B-9AF8BF5B2FB6}"/>
              </a:ext>
            </a:extLst>
          </p:cNvPr>
          <p:cNvSpPr>
            <a:spLocks noGrp="1"/>
          </p:cNvSpPr>
          <p:nvPr>
            <p:ph type="ftr" sz="quarter" idx="11"/>
          </p:nvPr>
        </p:nvSpPr>
        <p:spPr>
          <a:xfrm rot="5400000">
            <a:off x="10469880" y="1609344"/>
            <a:ext cx="2670048" cy="365760"/>
          </a:xfrm>
          <a:prstGeom prst="rect">
            <a:avLst/>
          </a:prstGeom>
        </p:spPr>
        <p:txBody>
          <a:bodyPr/>
          <a:lstStyle>
            <a:lvl1pPr>
              <a:defRPr>
                <a:solidFill>
                  <a:schemeClr val="bg1"/>
                </a:solidFill>
              </a:defRPr>
            </a:lvl1pPr>
          </a:lstStyle>
          <a:p>
            <a:pPr algn="r"/>
            <a:r>
              <a:rPr lang="en-US"/>
              <a:t>Sample Footer Text</a:t>
            </a:r>
          </a:p>
        </p:txBody>
      </p:sp>
      <p:sp>
        <p:nvSpPr>
          <p:cNvPr id="16" name="Slide Number Placeholder 15">
            <a:extLst>
              <a:ext uri="{FF2B5EF4-FFF2-40B4-BE49-F238E27FC236}">
                <a16:creationId xmlns:a16="http://schemas.microsoft.com/office/drawing/2014/main" id="{73ECBF32-23F4-84AC-A92D-D9821052AF13}"/>
              </a:ext>
            </a:extLst>
          </p:cNvPr>
          <p:cNvSpPr>
            <a:spLocks noGrp="1"/>
          </p:cNvSpPr>
          <p:nvPr>
            <p:ph type="sldNum" sz="quarter" idx="12"/>
          </p:nvPr>
        </p:nvSpPr>
        <p:spPr>
          <a:xfrm>
            <a:off x="11494008" y="3218688"/>
            <a:ext cx="630936" cy="429768"/>
          </a:xfrm>
          <a:prstGeom prst="rect">
            <a:avLst/>
          </a:prstGeom>
        </p:spPr>
        <p:txBody>
          <a:bodyPr/>
          <a:lstStyle>
            <a:lvl1pPr>
              <a:defRPr>
                <a:solidFill>
                  <a:schemeClr val="bg1"/>
                </a:solidFill>
              </a:defRPr>
            </a:lvl1pPr>
          </a:lstStyle>
          <a:p>
            <a:pPr algn="ctr"/>
            <a:fld id="{CC057153-B650-4DEB-B370-79DDCFDCE934}" type="slidenum">
              <a:rPr lang="en-US" smtClean="0"/>
              <a:pPr algn="ctr"/>
              <a:t>‹#›</a:t>
            </a:fld>
            <a:endParaRPr lang="en-US"/>
          </a:p>
        </p:txBody>
      </p:sp>
      <p:sp>
        <p:nvSpPr>
          <p:cNvPr id="14" name="Date Placeholder 13">
            <a:extLst>
              <a:ext uri="{FF2B5EF4-FFF2-40B4-BE49-F238E27FC236}">
                <a16:creationId xmlns:a16="http://schemas.microsoft.com/office/drawing/2014/main" id="{ABA7367A-7087-E045-A8D9-1DB09D3DE13F}"/>
              </a:ext>
            </a:extLst>
          </p:cNvPr>
          <p:cNvSpPr>
            <a:spLocks noGrp="1"/>
          </p:cNvSpPr>
          <p:nvPr>
            <p:ph type="dt" sz="half" idx="10"/>
          </p:nvPr>
        </p:nvSpPr>
        <p:spPr>
          <a:xfrm rot="5400000">
            <a:off x="10469880" y="4892040"/>
            <a:ext cx="2670048" cy="365760"/>
          </a:xfrm>
          <a:prstGeom prst="rect">
            <a:avLst/>
          </a:prstGeom>
        </p:spPr>
        <p:txBody>
          <a:bodyPr/>
          <a:lstStyle>
            <a:lvl1pPr>
              <a:defRPr>
                <a:solidFill>
                  <a:schemeClr val="bg1"/>
                </a:solidFill>
              </a:defRPr>
            </a:lvl1pPr>
          </a:lstStyle>
          <a:p>
            <a:fld id="{78BD5BB2-178C-41F5-9A65-66E57637126A}" type="datetime4">
              <a:rPr lang="en-US" smtClean="0"/>
              <a:t>December 21, 2025</a:t>
            </a:fld>
            <a:endParaRPr lang="en-US"/>
          </a:p>
        </p:txBody>
      </p:sp>
    </p:spTree>
    <p:extLst>
      <p:ext uri="{BB962C8B-B14F-4D97-AF65-F5344CB8AC3E}">
        <p14:creationId xmlns:p14="http://schemas.microsoft.com/office/powerpoint/2010/main" val="357167401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2">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7F637AE-CF0D-CD42-24EB-4763CA6564C7}"/>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C940CC8-5401-3EF9-398C-2A2492181116}"/>
              </a:ext>
              <a:ext uri="{C183D7F6-B498-43B3-948B-1728B52AA6E4}">
                <adec:decorative xmlns:adec="http://schemas.microsoft.com/office/drawing/2017/decorative" val="1"/>
              </a:ext>
            </a:extLst>
          </p:cNvPr>
          <p:cNvSpPr/>
          <p:nvPr/>
        </p:nvSpPr>
        <p:spPr>
          <a:xfrm>
            <a:off x="762000" y="762000"/>
            <a:ext cx="10668000" cy="533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036142CE-648A-1FF7-D28A-1CDAA482192F}"/>
              </a:ext>
              <a:ext uri="{C183D7F6-B498-43B3-948B-1728B52AA6E4}">
                <adec:decorative xmlns:adec="http://schemas.microsoft.com/office/drawing/2017/decorative" val="1"/>
              </a:ext>
            </a:extLst>
          </p:cNvPr>
          <p:cNvCxnSpPr>
            <a:cxnSpLocks/>
          </p:cNvCxnSpPr>
          <p:nvPr/>
        </p:nvCxnSpPr>
        <p:spPr>
          <a:xfrm>
            <a:off x="5610423" y="3960586"/>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286000" y="1746504"/>
            <a:ext cx="7616952" cy="1883664"/>
          </a:xfrm>
          <a:prstGeom prst="rect">
            <a:avLst/>
          </a:prstGeom>
        </p:spPr>
        <p:txBody>
          <a:bodyPr anchor="b">
            <a:normAutofit/>
          </a:bodyPr>
          <a:lstStyle>
            <a:lvl1pPr algn="ctr">
              <a:lnSpc>
                <a:spcPct val="120000"/>
              </a:lnSpc>
              <a:defRPr sz="280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286000" y="4288536"/>
            <a:ext cx="7616952" cy="1042416"/>
          </a:xfrm>
          <a:prstGeom prst="rect">
            <a:avLst/>
          </a:prstGeom>
        </p:spPr>
        <p:txBody>
          <a:bodyPr anchor="t">
            <a:normAutofit/>
          </a:bodyPr>
          <a:lstStyle>
            <a:lvl1pPr marL="0" indent="0" algn="ctr">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8" name="Footer Placeholder 7">
            <a:extLst>
              <a:ext uri="{FF2B5EF4-FFF2-40B4-BE49-F238E27FC236}">
                <a16:creationId xmlns:a16="http://schemas.microsoft.com/office/drawing/2014/main" id="{93384EBF-3E88-4A0B-FB51-6F3F98FA7426}"/>
              </a:ext>
            </a:extLst>
          </p:cNvPr>
          <p:cNvSpPr>
            <a:spLocks noGrp="1"/>
          </p:cNvSpPr>
          <p:nvPr>
            <p:ph type="ftr" sz="quarter" idx="11"/>
          </p:nvPr>
        </p:nvSpPr>
        <p:spPr>
          <a:xfrm rot="5400000">
            <a:off x="10469880" y="1609344"/>
            <a:ext cx="2670048" cy="365760"/>
          </a:xfrm>
          <a:prstGeom prst="rect">
            <a:avLst/>
          </a:prstGeom>
        </p:spPr>
        <p:txBody>
          <a:bodyPr/>
          <a:lstStyle>
            <a:lvl1pPr>
              <a:defRPr>
                <a:solidFill>
                  <a:schemeClr val="bg1"/>
                </a:solidFill>
              </a:defRPr>
            </a:lvl1pPr>
          </a:lstStyle>
          <a:p>
            <a:r>
              <a:rPr lang="en-US"/>
              <a:t>Sample Footer Text</a:t>
            </a:r>
            <a:endParaRPr lang="en-US" dirty="0"/>
          </a:p>
        </p:txBody>
      </p:sp>
      <p:sp>
        <p:nvSpPr>
          <p:cNvPr id="9" name="Slide Number Placeholder 8">
            <a:extLst>
              <a:ext uri="{FF2B5EF4-FFF2-40B4-BE49-F238E27FC236}">
                <a16:creationId xmlns:a16="http://schemas.microsoft.com/office/drawing/2014/main" id="{F9351BD1-E526-ACBD-4244-F9E89D083E69}"/>
              </a:ext>
            </a:extLst>
          </p:cNvPr>
          <p:cNvSpPr>
            <a:spLocks noGrp="1"/>
          </p:cNvSpPr>
          <p:nvPr>
            <p:ph type="sldNum" sz="quarter" idx="12"/>
          </p:nvPr>
        </p:nvSpPr>
        <p:spPr>
          <a:xfrm>
            <a:off x="11494008" y="3218688"/>
            <a:ext cx="630936" cy="429768"/>
          </a:xfrm>
          <a:prstGeom prst="rect">
            <a:avLst/>
          </a:prstGeom>
        </p:spPr>
        <p:txBody>
          <a:bodyPr/>
          <a:lstStyle>
            <a:lvl1pPr>
              <a:defRPr>
                <a:solidFill>
                  <a:schemeClr val="bg1"/>
                </a:solidFill>
              </a:defRPr>
            </a:lvl1pPr>
          </a:lstStyle>
          <a:p>
            <a:fld id="{CC057153-B650-4DEB-B370-79DDCFDCE934}" type="slidenum">
              <a:rPr lang="en-US" smtClean="0"/>
              <a:pPr/>
              <a:t>‹#›</a:t>
            </a:fld>
            <a:endParaRPr lang="en-US"/>
          </a:p>
        </p:txBody>
      </p:sp>
      <p:sp>
        <p:nvSpPr>
          <p:cNvPr id="7" name="Date Placeholder 6">
            <a:extLst>
              <a:ext uri="{FF2B5EF4-FFF2-40B4-BE49-F238E27FC236}">
                <a16:creationId xmlns:a16="http://schemas.microsoft.com/office/drawing/2014/main" id="{D8F249E0-8120-4E46-8D3C-FFDE09A5C3F0}"/>
              </a:ext>
            </a:extLst>
          </p:cNvPr>
          <p:cNvSpPr>
            <a:spLocks noGrp="1"/>
          </p:cNvSpPr>
          <p:nvPr>
            <p:ph type="dt" sz="half" idx="10"/>
          </p:nvPr>
        </p:nvSpPr>
        <p:spPr>
          <a:xfrm rot="5400000">
            <a:off x="10469880" y="4892040"/>
            <a:ext cx="2670048" cy="365760"/>
          </a:xfrm>
          <a:prstGeom prst="rect">
            <a:avLst/>
          </a:prstGeom>
        </p:spPr>
        <p:txBody>
          <a:bodyPr/>
          <a:lstStyle>
            <a:lvl1pPr>
              <a:defRPr>
                <a:solidFill>
                  <a:schemeClr val="bg1"/>
                </a:solidFill>
              </a:defRPr>
            </a:lvl1pPr>
          </a:lstStyle>
          <a:p>
            <a:fld id="{47B65FCB-A65A-4325-B833-0BA0262F4627}" type="datetime4">
              <a:rPr lang="en-US" smtClean="0"/>
              <a:t>December 21, 2025</a:t>
            </a:fld>
            <a:endParaRPr lang="en-US"/>
          </a:p>
        </p:txBody>
      </p:sp>
    </p:spTree>
    <p:extLst>
      <p:ext uri="{BB962C8B-B14F-4D97-AF65-F5344CB8AC3E}">
        <p14:creationId xmlns:p14="http://schemas.microsoft.com/office/powerpoint/2010/main" val="120423099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3">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7F637AE-CF0D-CD42-24EB-4763CA6564C7}"/>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C940CC8-5401-3EF9-398C-2A2492181116}"/>
              </a:ext>
              <a:ext uri="{C183D7F6-B498-43B3-948B-1728B52AA6E4}">
                <adec:decorative xmlns:adec="http://schemas.microsoft.com/office/drawing/2017/decorative" val="1"/>
              </a:ext>
            </a:extLst>
          </p:cNvPr>
          <p:cNvSpPr/>
          <p:nvPr/>
        </p:nvSpPr>
        <p:spPr>
          <a:xfrm>
            <a:off x="762000" y="762000"/>
            <a:ext cx="10668000" cy="533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036142CE-648A-1FF7-D28A-1CDAA482192F}"/>
              </a:ext>
              <a:ext uri="{C183D7F6-B498-43B3-948B-1728B52AA6E4}">
                <adec:decorative xmlns:adec="http://schemas.microsoft.com/office/drawing/2017/decorative" val="1"/>
              </a:ext>
            </a:extLst>
          </p:cNvPr>
          <p:cNvCxnSpPr>
            <a:cxnSpLocks/>
          </p:cNvCxnSpPr>
          <p:nvPr/>
        </p:nvCxnSpPr>
        <p:spPr>
          <a:xfrm>
            <a:off x="5610423" y="3960586"/>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286000" y="1746504"/>
            <a:ext cx="7616952" cy="1883664"/>
          </a:xfrm>
          <a:prstGeom prst="rect">
            <a:avLst/>
          </a:prstGeom>
        </p:spPr>
        <p:txBody>
          <a:bodyPr anchor="ctr">
            <a:normAutofit/>
          </a:bodyPr>
          <a:lstStyle>
            <a:lvl1pPr algn="ctr">
              <a:lnSpc>
                <a:spcPct val="120000"/>
              </a:lnSpc>
              <a:defRPr sz="440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286000" y="4288536"/>
            <a:ext cx="7616952" cy="1042416"/>
          </a:xfrm>
          <a:prstGeom prst="rect">
            <a:avLst/>
          </a:prstGeom>
        </p:spPr>
        <p:txBody>
          <a:bodyPr anchor="ctr">
            <a:normAutofit/>
          </a:bodyPr>
          <a:lstStyle>
            <a:lvl1pPr marL="0" indent="0" algn="ctr">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8" name="Footer Placeholder 7">
            <a:extLst>
              <a:ext uri="{FF2B5EF4-FFF2-40B4-BE49-F238E27FC236}">
                <a16:creationId xmlns:a16="http://schemas.microsoft.com/office/drawing/2014/main" id="{93384EBF-3E88-4A0B-FB51-6F3F98FA7426}"/>
              </a:ext>
            </a:extLst>
          </p:cNvPr>
          <p:cNvSpPr>
            <a:spLocks noGrp="1"/>
          </p:cNvSpPr>
          <p:nvPr>
            <p:ph type="ftr" sz="quarter" idx="11"/>
          </p:nvPr>
        </p:nvSpPr>
        <p:spPr>
          <a:xfrm rot="5400000">
            <a:off x="10469880" y="1609344"/>
            <a:ext cx="2670048" cy="365760"/>
          </a:xfrm>
          <a:prstGeom prst="rect">
            <a:avLst/>
          </a:prstGeom>
        </p:spPr>
        <p:txBody>
          <a:bodyPr/>
          <a:lstStyle>
            <a:lvl1pPr>
              <a:defRPr>
                <a:solidFill>
                  <a:schemeClr val="bg1"/>
                </a:solidFill>
              </a:defRPr>
            </a:lvl1pPr>
          </a:lstStyle>
          <a:p>
            <a:r>
              <a:rPr lang="en-US"/>
              <a:t>Sample Footer Text</a:t>
            </a:r>
            <a:endParaRPr lang="en-US" dirty="0"/>
          </a:p>
        </p:txBody>
      </p:sp>
      <p:sp>
        <p:nvSpPr>
          <p:cNvPr id="9" name="Slide Number Placeholder 8">
            <a:extLst>
              <a:ext uri="{FF2B5EF4-FFF2-40B4-BE49-F238E27FC236}">
                <a16:creationId xmlns:a16="http://schemas.microsoft.com/office/drawing/2014/main" id="{F9351BD1-E526-ACBD-4244-F9E89D083E69}"/>
              </a:ext>
            </a:extLst>
          </p:cNvPr>
          <p:cNvSpPr>
            <a:spLocks noGrp="1"/>
          </p:cNvSpPr>
          <p:nvPr>
            <p:ph type="sldNum" sz="quarter" idx="12"/>
          </p:nvPr>
        </p:nvSpPr>
        <p:spPr>
          <a:xfrm>
            <a:off x="11494008" y="3218688"/>
            <a:ext cx="630936" cy="429768"/>
          </a:xfrm>
          <a:prstGeom prst="rect">
            <a:avLst/>
          </a:prstGeom>
        </p:spPr>
        <p:txBody>
          <a:bodyPr/>
          <a:lstStyle>
            <a:lvl1pPr>
              <a:defRPr>
                <a:solidFill>
                  <a:schemeClr val="bg1"/>
                </a:solidFill>
              </a:defRPr>
            </a:lvl1pPr>
          </a:lstStyle>
          <a:p>
            <a:fld id="{CC057153-B650-4DEB-B370-79DDCFDCE934}" type="slidenum">
              <a:rPr lang="en-US" smtClean="0"/>
              <a:pPr/>
              <a:t>‹#›</a:t>
            </a:fld>
            <a:endParaRPr lang="en-US"/>
          </a:p>
        </p:txBody>
      </p:sp>
      <p:sp>
        <p:nvSpPr>
          <p:cNvPr id="7" name="Date Placeholder 6">
            <a:extLst>
              <a:ext uri="{FF2B5EF4-FFF2-40B4-BE49-F238E27FC236}">
                <a16:creationId xmlns:a16="http://schemas.microsoft.com/office/drawing/2014/main" id="{D8F249E0-8120-4E46-8D3C-FFDE09A5C3F0}"/>
              </a:ext>
            </a:extLst>
          </p:cNvPr>
          <p:cNvSpPr>
            <a:spLocks noGrp="1"/>
          </p:cNvSpPr>
          <p:nvPr>
            <p:ph type="dt" sz="half" idx="10"/>
          </p:nvPr>
        </p:nvSpPr>
        <p:spPr>
          <a:xfrm rot="5400000">
            <a:off x="10469880" y="4892040"/>
            <a:ext cx="2670048" cy="365760"/>
          </a:xfrm>
          <a:prstGeom prst="rect">
            <a:avLst/>
          </a:prstGeom>
        </p:spPr>
        <p:txBody>
          <a:bodyPr/>
          <a:lstStyle>
            <a:lvl1pPr>
              <a:defRPr>
                <a:solidFill>
                  <a:schemeClr val="bg1"/>
                </a:solidFill>
              </a:defRPr>
            </a:lvl1pPr>
          </a:lstStyle>
          <a:p>
            <a:fld id="{6A394C09-235D-49B2-9B0D-273E7223E7EF}" type="datetime4">
              <a:rPr lang="en-US" smtClean="0"/>
              <a:t>December 21, 2025</a:t>
            </a:fld>
            <a:endParaRPr lang="en-US"/>
          </a:p>
        </p:txBody>
      </p:sp>
    </p:spTree>
    <p:extLst>
      <p:ext uri="{BB962C8B-B14F-4D97-AF65-F5344CB8AC3E}">
        <p14:creationId xmlns:p14="http://schemas.microsoft.com/office/powerpoint/2010/main" val="262430903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4">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7F637AE-CF0D-CD42-24EB-4763CA6564C7}"/>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5" name="Rectangle 4">
            <a:extLst>
              <a:ext uri="{FF2B5EF4-FFF2-40B4-BE49-F238E27FC236}">
                <a16:creationId xmlns:a16="http://schemas.microsoft.com/office/drawing/2014/main" id="{DC940CC8-5401-3EF9-398C-2A2492181116}"/>
              </a:ext>
              <a:ext uri="{C183D7F6-B498-43B3-948B-1728B52AA6E4}">
                <adec:decorative xmlns:adec="http://schemas.microsoft.com/office/drawing/2017/decorative" val="1"/>
              </a:ext>
            </a:extLst>
          </p:cNvPr>
          <p:cNvSpPr/>
          <p:nvPr/>
        </p:nvSpPr>
        <p:spPr>
          <a:xfrm>
            <a:off x="762000" y="762000"/>
            <a:ext cx="10668000" cy="5334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353313" y="1231637"/>
            <a:ext cx="6137453" cy="2698456"/>
          </a:xfrm>
          <a:prstGeom prst="rect">
            <a:avLst/>
          </a:prstGeom>
        </p:spPr>
        <p:txBody>
          <a:bodyPr vert="horz" lIns="91440" tIns="45720" rIns="91440" bIns="45720" rtlCol="0" anchor="t">
            <a:normAutofit/>
          </a:bodyPr>
          <a:lstStyle>
            <a:lvl1pPr>
              <a:defRPr lang="en-US" sz="4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353315" y="5010911"/>
            <a:ext cx="6137452" cy="819302"/>
          </a:xfrm>
          <a:prstGeom prst="rect">
            <a:avLst/>
          </a:prstGeom>
        </p:spPr>
        <p:txBody>
          <a:bodyPr vert="horz" lIns="91440" tIns="45720" rIns="91440" bIns="45720" rtlCol="0">
            <a:normAutofit/>
          </a:bodyPr>
          <a:lstStyle>
            <a:lvl1pPr marL="0" indent="0">
              <a:buNone/>
              <a:defRPr lang="en-US" dirty="0"/>
            </a:lvl1pPr>
          </a:lstStyle>
          <a:p>
            <a:pPr lvl="0"/>
            <a:r>
              <a:rPr lang="en-US"/>
              <a:t>Click to edit Master subtitle style</a:t>
            </a:r>
            <a:endParaRPr lang="en-US" dirty="0"/>
          </a:p>
        </p:txBody>
      </p:sp>
      <p:cxnSp>
        <p:nvCxnSpPr>
          <p:cNvPr id="10" name="Straight Connector 9">
            <a:extLst>
              <a:ext uri="{FF2B5EF4-FFF2-40B4-BE49-F238E27FC236}">
                <a16:creationId xmlns:a16="http://schemas.microsoft.com/office/drawing/2014/main" id="{C23037B3-8974-2599-9C16-662BA59487C4}"/>
              </a:ext>
              <a:ext uri="{C183D7F6-B498-43B3-948B-1728B52AA6E4}">
                <adec:decorative xmlns:adec="http://schemas.microsoft.com/office/drawing/2017/decorative" val="1"/>
              </a:ext>
            </a:extLst>
          </p:cNvPr>
          <p:cNvCxnSpPr>
            <a:cxnSpLocks/>
          </p:cNvCxnSpPr>
          <p:nvPr/>
        </p:nvCxnSpPr>
        <p:spPr>
          <a:xfrm>
            <a:off x="1459441" y="4804589"/>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Footer Placeholder 14">
            <a:extLst>
              <a:ext uri="{FF2B5EF4-FFF2-40B4-BE49-F238E27FC236}">
                <a16:creationId xmlns:a16="http://schemas.microsoft.com/office/drawing/2014/main" id="{D728580C-8778-854F-6D1B-9AF8BF5B2FB6}"/>
              </a:ext>
            </a:extLst>
          </p:cNvPr>
          <p:cNvSpPr>
            <a:spLocks noGrp="1"/>
          </p:cNvSpPr>
          <p:nvPr>
            <p:ph type="ftr" sz="quarter" idx="11"/>
          </p:nvPr>
        </p:nvSpPr>
        <p:spPr>
          <a:xfrm rot="5400000">
            <a:off x="10469880" y="1609344"/>
            <a:ext cx="2670048" cy="365760"/>
          </a:xfrm>
          <a:prstGeom prst="rect">
            <a:avLst/>
          </a:prstGeom>
        </p:spPr>
        <p:txBody>
          <a:bodyPr/>
          <a:lstStyle>
            <a:lvl1pPr>
              <a:defRPr>
                <a:solidFill>
                  <a:schemeClr val="bg1"/>
                </a:solidFill>
              </a:defRPr>
            </a:lvl1pPr>
          </a:lstStyle>
          <a:p>
            <a:pPr algn="r"/>
            <a:r>
              <a:rPr lang="en-US"/>
              <a:t>Sample Footer Text</a:t>
            </a:r>
          </a:p>
        </p:txBody>
      </p:sp>
      <p:sp>
        <p:nvSpPr>
          <p:cNvPr id="16" name="Slide Number Placeholder 15">
            <a:extLst>
              <a:ext uri="{FF2B5EF4-FFF2-40B4-BE49-F238E27FC236}">
                <a16:creationId xmlns:a16="http://schemas.microsoft.com/office/drawing/2014/main" id="{73ECBF32-23F4-84AC-A92D-D9821052AF13}"/>
              </a:ext>
            </a:extLst>
          </p:cNvPr>
          <p:cNvSpPr>
            <a:spLocks noGrp="1"/>
          </p:cNvSpPr>
          <p:nvPr>
            <p:ph type="sldNum" sz="quarter" idx="12"/>
          </p:nvPr>
        </p:nvSpPr>
        <p:spPr>
          <a:xfrm>
            <a:off x="11494008" y="3218688"/>
            <a:ext cx="630936" cy="429768"/>
          </a:xfrm>
          <a:prstGeom prst="rect">
            <a:avLst/>
          </a:prstGeom>
        </p:spPr>
        <p:txBody>
          <a:bodyPr/>
          <a:lstStyle>
            <a:lvl1pPr>
              <a:defRPr>
                <a:solidFill>
                  <a:schemeClr val="bg1"/>
                </a:solidFill>
              </a:defRPr>
            </a:lvl1pPr>
          </a:lstStyle>
          <a:p>
            <a:pPr algn="ctr"/>
            <a:fld id="{CC057153-B650-4DEB-B370-79DDCFDCE934}" type="slidenum">
              <a:rPr lang="en-US" smtClean="0"/>
              <a:pPr algn="ctr"/>
              <a:t>‹#›</a:t>
            </a:fld>
            <a:endParaRPr lang="en-US"/>
          </a:p>
        </p:txBody>
      </p:sp>
      <p:sp>
        <p:nvSpPr>
          <p:cNvPr id="14" name="Date Placeholder 13">
            <a:extLst>
              <a:ext uri="{FF2B5EF4-FFF2-40B4-BE49-F238E27FC236}">
                <a16:creationId xmlns:a16="http://schemas.microsoft.com/office/drawing/2014/main" id="{ABA7367A-7087-E045-A8D9-1DB09D3DE13F}"/>
              </a:ext>
            </a:extLst>
          </p:cNvPr>
          <p:cNvSpPr>
            <a:spLocks noGrp="1"/>
          </p:cNvSpPr>
          <p:nvPr>
            <p:ph type="dt" sz="half" idx="10"/>
          </p:nvPr>
        </p:nvSpPr>
        <p:spPr>
          <a:xfrm rot="5400000">
            <a:off x="10469880" y="4892040"/>
            <a:ext cx="2670048" cy="365760"/>
          </a:xfrm>
          <a:prstGeom prst="rect">
            <a:avLst/>
          </a:prstGeom>
        </p:spPr>
        <p:txBody>
          <a:bodyPr/>
          <a:lstStyle>
            <a:lvl1pPr>
              <a:defRPr>
                <a:solidFill>
                  <a:schemeClr val="bg1"/>
                </a:solidFill>
              </a:defRPr>
            </a:lvl1pPr>
          </a:lstStyle>
          <a:p>
            <a:fld id="{3BD11BA3-E918-4F6B-856F-6D6E048040B2}" type="datetime4">
              <a:rPr lang="en-US" smtClean="0"/>
              <a:t>December 21, 2025</a:t>
            </a:fld>
            <a:endParaRPr lang="en-US"/>
          </a:p>
        </p:txBody>
      </p:sp>
    </p:spTree>
    <p:extLst>
      <p:ext uri="{BB962C8B-B14F-4D97-AF65-F5344CB8AC3E}">
        <p14:creationId xmlns:p14="http://schemas.microsoft.com/office/powerpoint/2010/main" val="402765207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28FE325-7EF4-2BC1-CC28-C3956EA44D90}"/>
              </a:ext>
            </a:extLst>
          </p:cNvPr>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8" name="Rectangle 7">
            <a:extLst>
              <a:ext uri="{FF2B5EF4-FFF2-40B4-BE49-F238E27FC236}">
                <a16:creationId xmlns:a16="http://schemas.microsoft.com/office/drawing/2014/main" id="{64DC731D-DB3B-8EE9-1728-DB36948ABFEA}"/>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cxnSp>
        <p:nvCxnSpPr>
          <p:cNvPr id="3" name="Straight Connector 2">
            <a:extLst>
              <a:ext uri="{FF2B5EF4-FFF2-40B4-BE49-F238E27FC236}">
                <a16:creationId xmlns:a16="http://schemas.microsoft.com/office/drawing/2014/main" id="{DD080AD5-EDF0-8614-3A6E-738026A999B2}"/>
              </a:ext>
              <a:ext uri="{C183D7F6-B498-43B3-948B-1728B52AA6E4}">
                <adec:decorative xmlns:adec="http://schemas.microsoft.com/office/drawing/2017/decorative" val="1"/>
              </a:ext>
            </a:extLst>
          </p:cNvPr>
          <p:cNvCxnSpPr>
            <a:cxnSpLocks/>
          </p:cNvCxnSpPr>
          <p:nvPr/>
        </p:nvCxnSpPr>
        <p:spPr>
          <a:xfrm>
            <a:off x="1099874" y="6172200"/>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992091" y="2514602"/>
            <a:ext cx="6812280" cy="3194302"/>
          </a:xfrm>
          <a:prstGeom prst="rect">
            <a:avLst/>
          </a:prstGeom>
        </p:spPr>
        <p:txBody>
          <a:bodyPr vert="horz" lIns="91440" tIns="45720" rIns="91440" bIns="45720" rtlCol="0" anchor="b">
            <a:normAutofit/>
          </a:bodyPr>
          <a:lstStyle>
            <a:lvl1pPr>
              <a:defRPr lang="en-US" sz="4400" dirty="0">
                <a:solidFill>
                  <a:schemeClr val="tx1"/>
                </a:solidFill>
              </a:defRPr>
            </a:lvl1pPr>
          </a:lstStyle>
          <a:p>
            <a:pPr lvl="0">
              <a:lnSpc>
                <a:spcPct val="120000"/>
              </a:lnSpc>
            </a:pPr>
            <a:r>
              <a:rPr lang="en-US"/>
              <a:t>Click to edit Master title style</a:t>
            </a:r>
            <a:endParaRPr lang="en-US" dirty="0"/>
          </a:p>
        </p:txBody>
      </p:sp>
      <p:sp>
        <p:nvSpPr>
          <p:cNvPr id="11" name="Footer Placeholder 10">
            <a:extLst>
              <a:ext uri="{FF2B5EF4-FFF2-40B4-BE49-F238E27FC236}">
                <a16:creationId xmlns:a16="http://schemas.microsoft.com/office/drawing/2014/main" id="{3963C56F-1F77-4203-D488-3829DB3A81DC}"/>
              </a:ext>
            </a:extLst>
          </p:cNvPr>
          <p:cNvSpPr>
            <a:spLocks noGrp="1"/>
          </p:cNvSpPr>
          <p:nvPr>
            <p:ph type="ftr" sz="quarter" idx="11"/>
          </p:nvPr>
        </p:nvSpPr>
        <p:spPr>
          <a:xfrm rot="5400000">
            <a:off x="10469880" y="1609344"/>
            <a:ext cx="2670048" cy="365760"/>
          </a:xfrm>
          <a:prstGeom prst="rect">
            <a:avLst/>
          </a:prstGeom>
        </p:spPr>
        <p:txBody>
          <a:bodyPr/>
          <a:lstStyle>
            <a:lvl1pPr>
              <a:defRPr>
                <a:solidFill>
                  <a:schemeClr val="tx1"/>
                </a:solidFill>
              </a:defRPr>
            </a:lvl1pPr>
          </a:lstStyle>
          <a:p>
            <a:r>
              <a:rPr lang="en-US"/>
              <a:t>Sample Footer Text</a:t>
            </a:r>
          </a:p>
        </p:txBody>
      </p:sp>
      <p:sp>
        <p:nvSpPr>
          <p:cNvPr id="12" name="Slide Number Placeholder 11">
            <a:extLst>
              <a:ext uri="{FF2B5EF4-FFF2-40B4-BE49-F238E27FC236}">
                <a16:creationId xmlns:a16="http://schemas.microsoft.com/office/drawing/2014/main" id="{58E9AB81-9E4D-493C-6966-CE7F84541967}"/>
              </a:ext>
            </a:extLst>
          </p:cNvPr>
          <p:cNvSpPr>
            <a:spLocks noGrp="1"/>
          </p:cNvSpPr>
          <p:nvPr>
            <p:ph type="sldNum" sz="quarter" idx="12"/>
          </p:nvPr>
        </p:nvSpPr>
        <p:spPr>
          <a:xfrm>
            <a:off x="11494008" y="3218688"/>
            <a:ext cx="630936" cy="429768"/>
          </a:xfrm>
          <a:prstGeom prst="rect">
            <a:avLst/>
          </a:prstGeom>
        </p:spPr>
        <p:txBody>
          <a:bodyPr/>
          <a:lstStyle>
            <a:lvl1pPr>
              <a:defRPr>
                <a:solidFill>
                  <a:schemeClr val="tx1"/>
                </a:solidFill>
              </a:defRPr>
            </a:lvl1pPr>
          </a:lstStyle>
          <a:p>
            <a:fld id="{CC057153-B650-4DEB-B370-79DDCFDCE934}" type="slidenum">
              <a:rPr lang="en-US" smtClean="0"/>
              <a:pPr/>
              <a:t>‹#›</a:t>
            </a:fld>
            <a:endParaRPr lang="en-US"/>
          </a:p>
        </p:txBody>
      </p:sp>
      <p:sp>
        <p:nvSpPr>
          <p:cNvPr id="10" name="Date Placeholder 9">
            <a:extLst>
              <a:ext uri="{FF2B5EF4-FFF2-40B4-BE49-F238E27FC236}">
                <a16:creationId xmlns:a16="http://schemas.microsoft.com/office/drawing/2014/main" id="{CCB33265-7891-EEAC-2A77-0EF54FFEF807}"/>
              </a:ext>
            </a:extLst>
          </p:cNvPr>
          <p:cNvSpPr>
            <a:spLocks noGrp="1"/>
          </p:cNvSpPr>
          <p:nvPr>
            <p:ph type="dt" sz="half" idx="10"/>
          </p:nvPr>
        </p:nvSpPr>
        <p:spPr>
          <a:xfrm rot="5400000">
            <a:off x="10469880" y="4892040"/>
            <a:ext cx="2670048" cy="365760"/>
          </a:xfrm>
          <a:prstGeom prst="rect">
            <a:avLst/>
          </a:prstGeom>
        </p:spPr>
        <p:txBody>
          <a:bodyPr/>
          <a:lstStyle>
            <a:lvl1pPr>
              <a:defRPr>
                <a:solidFill>
                  <a:schemeClr val="tx1"/>
                </a:solidFill>
              </a:defRPr>
            </a:lvl1pPr>
          </a:lstStyle>
          <a:p>
            <a:fld id="{DD4C18C5-23B1-43CA-8D0C-0D76624D967E}" type="datetime4">
              <a:rPr lang="en-US" smtClean="0"/>
              <a:t>December 21, 2025</a:t>
            </a:fld>
            <a:endParaRPr lang="en-US"/>
          </a:p>
        </p:txBody>
      </p:sp>
    </p:spTree>
    <p:extLst>
      <p:ext uri="{BB962C8B-B14F-4D97-AF65-F5344CB8AC3E}">
        <p14:creationId xmlns:p14="http://schemas.microsoft.com/office/powerpoint/2010/main" val="401370562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bg>
      <p:bgRef idx="1001">
        <a:schemeClr val="bg1"/>
      </p:bgRef>
    </p:bg>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7A713FDA-ABFC-FBE4-9C4A-3A90A222245B}"/>
              </a:ext>
              <a:ext uri="{C183D7F6-B498-43B3-948B-1728B52AA6E4}">
                <adec:decorative xmlns:adec="http://schemas.microsoft.com/office/drawing/2017/decorative" val="1"/>
              </a:ext>
            </a:extLst>
          </p:cNvPr>
          <p:cNvSpPr/>
          <p:nvPr/>
        </p:nvSpPr>
        <p:spPr>
          <a:xfrm>
            <a:off x="733197" y="1114197"/>
            <a:ext cx="4629606" cy="462960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244803" y="1987906"/>
            <a:ext cx="3606394" cy="2882188"/>
          </a:xfrm>
          <a:prstGeom prst="rect">
            <a:avLst/>
          </a:prstGeom>
        </p:spPr>
        <p:txBody>
          <a:bodyPr anchor="ctr">
            <a:normAutofit/>
          </a:bodyPr>
          <a:lstStyle>
            <a:lvl1pPr algn="ctr">
              <a:lnSpc>
                <a:spcPct val="100000"/>
              </a:lnSpc>
              <a:defRPr sz="4400">
                <a:solidFill>
                  <a:schemeClr val="bg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66715" y="608991"/>
            <a:ext cx="4943704" cy="5640019"/>
          </a:xfrm>
          <a:prstGeom prst="rect">
            <a:avLst/>
          </a:prstGeom>
        </p:spPr>
        <p:txBody>
          <a:bodyPr vert="horz" lIns="91440" tIns="45720" rIns="91440" bIns="45720" rtlCol="0" anchor="ctr">
            <a:normAutofit/>
          </a:bodyPr>
          <a:lstStyle>
            <a:lvl1pPr marL="342900" indent="-342900">
              <a:buFont typeface="+mj-lt"/>
              <a:buAutoNum type="arabicPeriod"/>
              <a:defRPr lang="en-US" sz="1800" dirty="0"/>
            </a:lvl1pPr>
            <a:lvl2pPr marL="571500" indent="-342900">
              <a:buFont typeface="+mj-lt"/>
              <a:buAutoNum type="arabicPeriod"/>
              <a:defRPr lang="en-US" sz="1600" dirty="0"/>
            </a:lvl2pPr>
            <a:lvl3pPr marL="800100" indent="-342900">
              <a:buFont typeface="+mj-lt"/>
              <a:buAutoNum type="arabicPeriod"/>
              <a:defRPr lang="en-US" dirty="0"/>
            </a:lvl3pPr>
            <a:lvl4pPr>
              <a:buFont typeface="+mj-lt"/>
              <a:buAutoNum type="arabicPeriod"/>
              <a:defRPr lang="en-US" dirty="0"/>
            </a:lvl4pPr>
            <a:lvl5pPr>
              <a:buFont typeface="+mj-lt"/>
              <a:buAutoNum type="arabicPeriod"/>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11" name="Footer Placeholder 10">
            <a:extLst>
              <a:ext uri="{FF2B5EF4-FFF2-40B4-BE49-F238E27FC236}">
                <a16:creationId xmlns:a16="http://schemas.microsoft.com/office/drawing/2014/main" id="{580D44E4-BAE9-45B9-6C67-A2C19D45908B}"/>
              </a:ext>
            </a:extLst>
          </p:cNvPr>
          <p:cNvSpPr>
            <a:spLocks noGrp="1"/>
          </p:cNvSpPr>
          <p:nvPr>
            <p:ph type="ftr" sz="quarter" idx="15"/>
          </p:nvPr>
        </p:nvSpPr>
        <p:spPr>
          <a:xfrm rot="5400000">
            <a:off x="10469880" y="1609344"/>
            <a:ext cx="2670048" cy="365760"/>
          </a:xfrm>
          <a:prstGeom prst="rect">
            <a:avLst/>
          </a:prstGeom>
        </p:spPr>
        <p:txBody>
          <a:bodyPr/>
          <a:lstStyle/>
          <a:p>
            <a:pPr algn="r"/>
            <a:r>
              <a:rPr lang="en-US"/>
              <a:t>Sample Footer Text</a:t>
            </a:r>
          </a:p>
        </p:txBody>
      </p:sp>
      <p:sp>
        <p:nvSpPr>
          <p:cNvPr id="12" name="Slide Number Placeholder 11">
            <a:extLst>
              <a:ext uri="{FF2B5EF4-FFF2-40B4-BE49-F238E27FC236}">
                <a16:creationId xmlns:a16="http://schemas.microsoft.com/office/drawing/2014/main" id="{A76D5F1B-44E3-F258-DAEF-5F05DA2DC80D}"/>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10" name="Date Placeholder 9">
            <a:extLst>
              <a:ext uri="{FF2B5EF4-FFF2-40B4-BE49-F238E27FC236}">
                <a16:creationId xmlns:a16="http://schemas.microsoft.com/office/drawing/2014/main" id="{385486D6-8955-5E05-F3AA-A1190FAD74A9}"/>
              </a:ext>
            </a:extLst>
          </p:cNvPr>
          <p:cNvSpPr>
            <a:spLocks noGrp="1"/>
          </p:cNvSpPr>
          <p:nvPr>
            <p:ph type="dt" sz="half" idx="14"/>
          </p:nvPr>
        </p:nvSpPr>
        <p:spPr>
          <a:xfrm rot="5400000">
            <a:off x="10469880" y="4892040"/>
            <a:ext cx="2670048" cy="365760"/>
          </a:xfrm>
          <a:prstGeom prst="rect">
            <a:avLst/>
          </a:prstGeom>
        </p:spPr>
        <p:txBody>
          <a:bodyPr/>
          <a:lstStyle/>
          <a:p>
            <a:fld id="{18F42511-74F8-4B56-AAC6-3C98B1A0BAC5}" type="datetime4">
              <a:rPr lang="en-US" smtClean="0"/>
              <a:t>December 21, 2025</a:t>
            </a:fld>
            <a:endParaRPr lang="en-US"/>
          </a:p>
        </p:txBody>
      </p:sp>
    </p:spTree>
    <p:extLst>
      <p:ext uri="{BB962C8B-B14F-4D97-AF65-F5344CB8AC3E}">
        <p14:creationId xmlns:p14="http://schemas.microsoft.com/office/powerpoint/2010/main" val="3237531516"/>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2">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CD08455-64EF-6D3F-F544-C7CBF0D5756A}"/>
              </a:ext>
              <a:ext uri="{C183D7F6-B498-43B3-948B-1728B52AA6E4}">
                <adec:decorative xmlns:adec="http://schemas.microsoft.com/office/drawing/2017/decorative" val="1"/>
              </a:ext>
            </a:extLst>
          </p:cNvPr>
          <p:cNvSpPr/>
          <p:nvPr/>
        </p:nvSpPr>
        <p:spPr>
          <a:xfrm>
            <a:off x="1" y="0"/>
            <a:ext cx="6093256"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819302" y="2357324"/>
            <a:ext cx="4396436" cy="2143353"/>
          </a:xfrm>
          <a:prstGeom prst="rect">
            <a:avLst/>
          </a:prstGeom>
        </p:spPr>
        <p:txBody>
          <a:bodyPr anchor="ctr">
            <a:normAutofit/>
          </a:bodyPr>
          <a:lstStyle>
            <a:lvl1pPr algn="ctr">
              <a:lnSpc>
                <a:spcPct val="100000"/>
              </a:lnSpc>
              <a:defRPr sz="6000">
                <a:solidFill>
                  <a:schemeClr val="bg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830568" y="608991"/>
            <a:ext cx="4325112" cy="5640019"/>
          </a:xfrm>
          <a:prstGeom prst="rect">
            <a:avLst/>
          </a:prstGeom>
        </p:spPr>
        <p:txBody>
          <a:bodyPr vert="horz" lIns="91440" tIns="45720" rIns="91440" bIns="45720" rtlCol="0" anchor="ctr">
            <a:normAutofit/>
          </a:bodyPr>
          <a:lstStyle>
            <a:lvl1pPr marL="342900" indent="-342900">
              <a:buFont typeface="+mj-lt"/>
              <a:buAutoNum type="arabicPeriod"/>
              <a:defRPr lang="en-US" sz="1800" dirty="0"/>
            </a:lvl1pPr>
            <a:lvl2pPr marL="571500" indent="-342900">
              <a:buFont typeface="+mj-lt"/>
              <a:buAutoNum type="arabicPeriod"/>
              <a:defRPr lang="en-US" sz="1600" dirty="0"/>
            </a:lvl2pPr>
            <a:lvl3pPr marL="800100" indent="-342900">
              <a:buFont typeface="+mj-lt"/>
              <a:buAutoNum type="arabicPeriod"/>
              <a:defRPr lang="en-US" dirty="0"/>
            </a:lvl3pPr>
            <a:lvl4pPr>
              <a:buFont typeface="+mj-lt"/>
              <a:buAutoNum type="arabicPeriod"/>
              <a:defRPr lang="en-US" dirty="0"/>
            </a:lvl4pPr>
            <a:lvl5pPr>
              <a:buFont typeface="+mj-lt"/>
              <a:buAutoNum type="arabicPeriod"/>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11" name="Footer Placeholder 10">
            <a:extLst>
              <a:ext uri="{FF2B5EF4-FFF2-40B4-BE49-F238E27FC236}">
                <a16:creationId xmlns:a16="http://schemas.microsoft.com/office/drawing/2014/main" id="{580D44E4-BAE9-45B9-6C67-A2C19D45908B}"/>
              </a:ext>
            </a:extLst>
          </p:cNvPr>
          <p:cNvSpPr>
            <a:spLocks noGrp="1"/>
          </p:cNvSpPr>
          <p:nvPr>
            <p:ph type="ftr" sz="quarter" idx="15"/>
          </p:nvPr>
        </p:nvSpPr>
        <p:spPr>
          <a:xfrm rot="5400000">
            <a:off x="10469880" y="1609344"/>
            <a:ext cx="2670048" cy="365760"/>
          </a:xfrm>
          <a:prstGeom prst="rect">
            <a:avLst/>
          </a:prstGeom>
        </p:spPr>
        <p:txBody>
          <a:bodyPr/>
          <a:lstStyle/>
          <a:p>
            <a:pPr algn="r"/>
            <a:r>
              <a:rPr lang="en-US"/>
              <a:t>Sample Footer Text</a:t>
            </a:r>
          </a:p>
        </p:txBody>
      </p:sp>
      <p:sp>
        <p:nvSpPr>
          <p:cNvPr id="12" name="Slide Number Placeholder 11">
            <a:extLst>
              <a:ext uri="{FF2B5EF4-FFF2-40B4-BE49-F238E27FC236}">
                <a16:creationId xmlns:a16="http://schemas.microsoft.com/office/drawing/2014/main" id="{A76D5F1B-44E3-F258-DAEF-5F05DA2DC80D}"/>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10" name="Date Placeholder 9">
            <a:extLst>
              <a:ext uri="{FF2B5EF4-FFF2-40B4-BE49-F238E27FC236}">
                <a16:creationId xmlns:a16="http://schemas.microsoft.com/office/drawing/2014/main" id="{385486D6-8955-5E05-F3AA-A1190FAD74A9}"/>
              </a:ext>
            </a:extLst>
          </p:cNvPr>
          <p:cNvSpPr>
            <a:spLocks noGrp="1"/>
          </p:cNvSpPr>
          <p:nvPr>
            <p:ph type="dt" sz="half" idx="14"/>
          </p:nvPr>
        </p:nvSpPr>
        <p:spPr>
          <a:xfrm rot="5400000">
            <a:off x="10469880" y="4892040"/>
            <a:ext cx="2670048" cy="365760"/>
          </a:xfrm>
          <a:prstGeom prst="rect">
            <a:avLst/>
          </a:prstGeom>
        </p:spPr>
        <p:txBody>
          <a:bodyPr/>
          <a:lstStyle/>
          <a:p>
            <a:fld id="{D5E83ADB-4704-4C8F-8BDC-62411F5124DF}" type="datetime4">
              <a:rPr lang="en-US" smtClean="0"/>
              <a:t>December 21, 2025</a:t>
            </a:fld>
            <a:endParaRPr lang="en-US"/>
          </a:p>
        </p:txBody>
      </p:sp>
    </p:spTree>
    <p:extLst>
      <p:ext uri="{BB962C8B-B14F-4D97-AF65-F5344CB8AC3E}">
        <p14:creationId xmlns:p14="http://schemas.microsoft.com/office/powerpoint/2010/main" val="1829505612"/>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Agenda with Picture">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CF68DA2-8FD8-6D2D-DD3C-75F7AE70E305}"/>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200467" y="2320290"/>
            <a:ext cx="3691890" cy="2217420"/>
          </a:xfrm>
          <a:prstGeom prst="rect">
            <a:avLst/>
          </a:prstGeom>
        </p:spPr>
        <p:txBody>
          <a:bodyPr anchor="ctr">
            <a:normAutofit/>
          </a:bodyPr>
          <a:lstStyle>
            <a:lvl1pPr algn="ctr">
              <a:lnSpc>
                <a:spcPct val="100000"/>
              </a:lnSpc>
              <a:defRPr sz="4000">
                <a:solidFill>
                  <a:schemeClr val="tx1"/>
                </a:solidFill>
              </a:defRPr>
            </a:lvl1pPr>
          </a:lstStyle>
          <a:p>
            <a:r>
              <a:rPr lang="en-US"/>
              <a:t>Click to edit Master title style</a:t>
            </a:r>
            <a:endParaRPr lang="en-US" dirty="0"/>
          </a:p>
        </p:txBody>
      </p:sp>
      <p:sp>
        <p:nvSpPr>
          <p:cNvPr id="6" name="Picture Placeholder 5">
            <a:extLst>
              <a:ext uri="{FF2B5EF4-FFF2-40B4-BE49-F238E27FC236}">
                <a16:creationId xmlns:a16="http://schemas.microsoft.com/office/drawing/2014/main" id="{02FB81A4-D995-C460-96DC-F799CEACAB9A}"/>
              </a:ext>
            </a:extLst>
          </p:cNvPr>
          <p:cNvSpPr>
            <a:spLocks noGrp="1"/>
          </p:cNvSpPr>
          <p:nvPr>
            <p:ph type="pic" sz="quarter" idx="17" hasCustomPrompt="1"/>
          </p:nvPr>
        </p:nvSpPr>
        <p:spPr>
          <a:xfrm>
            <a:off x="0" y="0"/>
            <a:ext cx="6092825" cy="6858000"/>
          </a:xfrm>
          <a:custGeom>
            <a:avLst/>
            <a:gdLst>
              <a:gd name="connsiteX0" fmla="*/ 3046412 w 6092825"/>
              <a:gd name="connsiteY0" fmla="*/ 1298448 h 6858000"/>
              <a:gd name="connsiteX1" fmla="*/ 915860 w 6092825"/>
              <a:gd name="connsiteY1" fmla="*/ 3429000 h 6858000"/>
              <a:gd name="connsiteX2" fmla="*/ 3046412 w 6092825"/>
              <a:gd name="connsiteY2" fmla="*/ 5559552 h 6858000"/>
              <a:gd name="connsiteX3" fmla="*/ 5176964 w 6092825"/>
              <a:gd name="connsiteY3" fmla="*/ 3429000 h 6858000"/>
              <a:gd name="connsiteX4" fmla="*/ 3046412 w 6092825"/>
              <a:gd name="connsiteY4" fmla="*/ 1298448 h 6858000"/>
              <a:gd name="connsiteX5" fmla="*/ 0 w 6092825"/>
              <a:gd name="connsiteY5" fmla="*/ 0 h 6858000"/>
              <a:gd name="connsiteX6" fmla="*/ 6092825 w 6092825"/>
              <a:gd name="connsiteY6" fmla="*/ 0 h 6858000"/>
              <a:gd name="connsiteX7" fmla="*/ 6092825 w 6092825"/>
              <a:gd name="connsiteY7" fmla="*/ 6858000 h 6858000"/>
              <a:gd name="connsiteX8" fmla="*/ 0 w 6092825"/>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92825" h="6858000">
                <a:moveTo>
                  <a:pt x="3046412" y="1298448"/>
                </a:moveTo>
                <a:cubicBezTo>
                  <a:pt x="1869741" y="1298448"/>
                  <a:pt x="915860" y="2252329"/>
                  <a:pt x="915860" y="3429000"/>
                </a:cubicBezTo>
                <a:cubicBezTo>
                  <a:pt x="915860" y="4605671"/>
                  <a:pt x="1869741" y="5559552"/>
                  <a:pt x="3046412" y="5559552"/>
                </a:cubicBezTo>
                <a:cubicBezTo>
                  <a:pt x="4223083" y="5559552"/>
                  <a:pt x="5176964" y="4605671"/>
                  <a:pt x="5176964" y="3429000"/>
                </a:cubicBezTo>
                <a:cubicBezTo>
                  <a:pt x="5176964" y="2252329"/>
                  <a:pt x="4223083" y="1298448"/>
                  <a:pt x="3046412" y="1298448"/>
                </a:cubicBezTo>
                <a:close/>
                <a:moveTo>
                  <a:pt x="0" y="0"/>
                </a:moveTo>
                <a:lnTo>
                  <a:pt x="6092825" y="0"/>
                </a:lnTo>
                <a:lnTo>
                  <a:pt x="6092825" y="6858000"/>
                </a:lnTo>
                <a:lnTo>
                  <a:pt x="0" y="6858000"/>
                </a:lnTo>
                <a:close/>
              </a:path>
            </a:pathLst>
          </a:custGeom>
          <a:blipFill>
            <a:blip r:embed="rId2">
              <a:alphaModFix amt="80000"/>
            </a:blip>
            <a:stretch>
              <a:fillRect/>
            </a:stretch>
          </a:blipFill>
        </p:spPr>
        <p:txBody>
          <a:bodyPr wrap="square">
            <a:noAutofit/>
          </a:bodyPr>
          <a:lstStyle>
            <a:lvl1pPr marL="0" indent="0">
              <a:buNone/>
              <a:defRPr>
                <a:solidFill>
                  <a:schemeClr val="bg1"/>
                </a:solidFill>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830568" y="608991"/>
            <a:ext cx="4427524" cy="5640019"/>
          </a:xfrm>
          <a:prstGeom prst="rect">
            <a:avLst/>
          </a:prstGeom>
        </p:spPr>
        <p:txBody>
          <a:bodyPr vert="horz" lIns="91440" tIns="45720" rIns="91440" bIns="45720" rtlCol="0" anchor="ctr">
            <a:normAutofit/>
          </a:bodyPr>
          <a:lstStyle>
            <a:lvl1pPr marL="342900" indent="-342900">
              <a:buFont typeface="+mj-lt"/>
              <a:buAutoNum type="arabicPeriod"/>
              <a:defRPr lang="en-US" sz="1800" dirty="0">
                <a:solidFill>
                  <a:schemeClr val="tx1"/>
                </a:solidFill>
              </a:defRPr>
            </a:lvl1pPr>
            <a:lvl2pPr marL="571500" indent="-342900">
              <a:buFont typeface="+mj-lt"/>
              <a:buAutoNum type="arabicPeriod"/>
              <a:defRPr lang="en-US" sz="1600" dirty="0">
                <a:solidFill>
                  <a:schemeClr val="tx1"/>
                </a:solidFill>
              </a:defRPr>
            </a:lvl2pPr>
            <a:lvl3pPr marL="800100" indent="-342900">
              <a:buFont typeface="+mj-lt"/>
              <a:buAutoNum type="arabicPeriod"/>
              <a:defRPr lang="en-US" dirty="0">
                <a:solidFill>
                  <a:schemeClr val="tx1"/>
                </a:solidFill>
              </a:defRPr>
            </a:lvl3pPr>
            <a:lvl4pPr>
              <a:buFont typeface="+mj-lt"/>
              <a:buAutoNum type="arabicPeriod"/>
              <a:defRPr lang="en-US" dirty="0">
                <a:solidFill>
                  <a:schemeClr val="tx1"/>
                </a:solidFill>
              </a:defRPr>
            </a:lvl4pPr>
            <a:lvl5pPr>
              <a:buFont typeface="+mj-lt"/>
              <a:buAutoNum type="arabicPeriod"/>
              <a:defRPr lang="en-US" dirty="0">
                <a:solidFill>
                  <a:schemeClr val="tx1"/>
                </a:solidFill>
              </a:defRPr>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11" name="Footer Placeholder 10">
            <a:extLst>
              <a:ext uri="{FF2B5EF4-FFF2-40B4-BE49-F238E27FC236}">
                <a16:creationId xmlns:a16="http://schemas.microsoft.com/office/drawing/2014/main" id="{580D44E4-BAE9-45B9-6C67-A2C19D45908B}"/>
              </a:ext>
            </a:extLst>
          </p:cNvPr>
          <p:cNvSpPr>
            <a:spLocks noGrp="1"/>
          </p:cNvSpPr>
          <p:nvPr>
            <p:ph type="ftr" sz="quarter" idx="15"/>
          </p:nvPr>
        </p:nvSpPr>
        <p:spPr>
          <a:xfrm rot="5400000">
            <a:off x="10469880" y="1609344"/>
            <a:ext cx="2670048" cy="365760"/>
          </a:xfrm>
          <a:prstGeom prst="rect">
            <a:avLst/>
          </a:prstGeom>
        </p:spPr>
        <p:txBody>
          <a:bodyPr/>
          <a:lstStyle>
            <a:lvl1pPr>
              <a:defRPr>
                <a:solidFill>
                  <a:schemeClr val="tx1"/>
                </a:solidFill>
              </a:defRPr>
            </a:lvl1pPr>
          </a:lstStyle>
          <a:p>
            <a:r>
              <a:rPr lang="en-US"/>
              <a:t>Sample Footer Text</a:t>
            </a:r>
          </a:p>
        </p:txBody>
      </p:sp>
      <p:sp>
        <p:nvSpPr>
          <p:cNvPr id="12" name="Slide Number Placeholder 11">
            <a:extLst>
              <a:ext uri="{FF2B5EF4-FFF2-40B4-BE49-F238E27FC236}">
                <a16:creationId xmlns:a16="http://schemas.microsoft.com/office/drawing/2014/main" id="{A76D5F1B-44E3-F258-DAEF-5F05DA2DC80D}"/>
              </a:ext>
            </a:extLst>
          </p:cNvPr>
          <p:cNvSpPr>
            <a:spLocks noGrp="1"/>
          </p:cNvSpPr>
          <p:nvPr>
            <p:ph type="sldNum" sz="quarter" idx="16"/>
          </p:nvPr>
        </p:nvSpPr>
        <p:spPr>
          <a:xfrm>
            <a:off x="11494008" y="3218688"/>
            <a:ext cx="630936" cy="429768"/>
          </a:xfrm>
          <a:prstGeom prst="rect">
            <a:avLst/>
          </a:prstGeom>
        </p:spPr>
        <p:txBody>
          <a:bodyPr/>
          <a:lstStyle>
            <a:lvl1pPr>
              <a:defRPr>
                <a:solidFill>
                  <a:schemeClr val="tx1"/>
                </a:solidFill>
              </a:defRPr>
            </a:lvl1pPr>
          </a:lstStyle>
          <a:p>
            <a:fld id="{CC057153-B650-4DEB-B370-79DDCFDCE934}" type="slidenum">
              <a:rPr lang="en-US" smtClean="0"/>
              <a:pPr/>
              <a:t>‹#›</a:t>
            </a:fld>
            <a:endParaRPr lang="en-US"/>
          </a:p>
        </p:txBody>
      </p:sp>
      <p:sp>
        <p:nvSpPr>
          <p:cNvPr id="10" name="Date Placeholder 9">
            <a:extLst>
              <a:ext uri="{FF2B5EF4-FFF2-40B4-BE49-F238E27FC236}">
                <a16:creationId xmlns:a16="http://schemas.microsoft.com/office/drawing/2014/main" id="{385486D6-8955-5E05-F3AA-A1190FAD74A9}"/>
              </a:ext>
            </a:extLst>
          </p:cNvPr>
          <p:cNvSpPr>
            <a:spLocks noGrp="1"/>
          </p:cNvSpPr>
          <p:nvPr>
            <p:ph type="dt" sz="half" idx="14"/>
          </p:nvPr>
        </p:nvSpPr>
        <p:spPr>
          <a:xfrm rot="5400000">
            <a:off x="10469880" y="4892040"/>
            <a:ext cx="2670048" cy="365760"/>
          </a:xfrm>
          <a:prstGeom prst="rect">
            <a:avLst/>
          </a:prstGeom>
        </p:spPr>
        <p:txBody>
          <a:bodyPr/>
          <a:lstStyle>
            <a:lvl1pPr>
              <a:defRPr>
                <a:solidFill>
                  <a:schemeClr val="tx1"/>
                </a:solidFill>
              </a:defRPr>
            </a:lvl1pPr>
          </a:lstStyle>
          <a:p>
            <a:fld id="{3B87997F-712C-46D0-8590-02827728B058}" type="datetime4">
              <a:rPr lang="en-US" smtClean="0"/>
              <a:t>December 21, 2025</a:t>
            </a:fld>
            <a:endParaRPr lang="en-US"/>
          </a:p>
        </p:txBody>
      </p:sp>
    </p:spTree>
    <p:extLst>
      <p:ext uri="{BB962C8B-B14F-4D97-AF65-F5344CB8AC3E}">
        <p14:creationId xmlns:p14="http://schemas.microsoft.com/office/powerpoint/2010/main" val="2609028706"/>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754332BD-3B0A-AAC1-7FB3-E6D50A1D4E61}"/>
              </a:ext>
              <a:ext uri="{C183D7F6-B498-43B3-948B-1728B52AA6E4}">
                <adec:decorative xmlns:adec="http://schemas.microsoft.com/office/drawing/2017/decorative" val="1"/>
              </a:ext>
            </a:extLst>
          </p:cNvPr>
          <p:cNvCxnSpPr>
            <a:cxnSpLocks/>
          </p:cNvCxnSpPr>
          <p:nvPr/>
        </p:nvCxnSpPr>
        <p:spPr>
          <a:xfrm>
            <a:off x="5610422" y="3429000"/>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44952" y="950976"/>
            <a:ext cx="6108192" cy="2039112"/>
          </a:xfrm>
          <a:prstGeom prst="rect">
            <a:avLst/>
          </a:prstGeom>
        </p:spPr>
        <p:txBody>
          <a:bodyPr anchor="b">
            <a:normAutofit/>
          </a:bodyPr>
          <a:lstStyle>
            <a:lvl1pPr algn="ctr">
              <a:lnSpc>
                <a:spcPct val="120000"/>
              </a:lnSpc>
              <a:defRPr sz="3600"/>
            </a:lvl1pPr>
          </a:lstStyle>
          <a:p>
            <a:r>
              <a:rPr lang="en-US"/>
              <a:t>Click to edit Master title style</a:t>
            </a:r>
            <a:endParaRPr lang="en-US" dirty="0"/>
          </a:p>
        </p:txBody>
      </p:sp>
      <p:sp>
        <p:nvSpPr>
          <p:cNvPr id="11" name="Content Placeholder 10">
            <a:extLst>
              <a:ext uri="{FF2B5EF4-FFF2-40B4-BE49-F238E27FC236}">
                <a16:creationId xmlns:a16="http://schemas.microsoft.com/office/drawing/2014/main" id="{A15E685B-79A8-DE9F-775F-AF1351EBAD5E}"/>
              </a:ext>
            </a:extLst>
          </p:cNvPr>
          <p:cNvSpPr>
            <a:spLocks noGrp="1"/>
          </p:cNvSpPr>
          <p:nvPr>
            <p:ph sz="quarter" idx="17"/>
          </p:nvPr>
        </p:nvSpPr>
        <p:spPr>
          <a:xfrm>
            <a:off x="3667125" y="3849688"/>
            <a:ext cx="4864100" cy="1719262"/>
          </a:xfrm>
          <a:prstGeom prst="rect">
            <a:avLst/>
          </a:prstGeom>
        </p:spPr>
        <p:txBody>
          <a:bodyPr/>
          <a:lstStyle>
            <a:lvl1pPr marL="0" indent="0" algn="ctr">
              <a:lnSpc>
                <a:spcPct val="130000"/>
              </a:lnSpc>
              <a:buNone/>
              <a:defRPr sz="1800"/>
            </a:lvl1pPr>
            <a:lvl2pPr marL="457200" indent="0" algn="ctr">
              <a:lnSpc>
                <a:spcPct val="130000"/>
              </a:lnSpc>
              <a:buNone/>
              <a:defRPr sz="1600"/>
            </a:lvl2pPr>
            <a:lvl3pPr marL="914400" indent="0" algn="ctr">
              <a:lnSpc>
                <a:spcPct val="130000"/>
              </a:lnSpc>
              <a:buNone/>
              <a:defRPr/>
            </a:lvl3pPr>
            <a:lvl4pPr marL="1371600" indent="0" algn="ctr">
              <a:lnSpc>
                <a:spcPct val="130000"/>
              </a:lnSpc>
              <a:buNone/>
              <a:defRPr/>
            </a:lvl4pPr>
            <a:lvl5pPr marL="1828800" indent="0" algn="ctr">
              <a:lnSpc>
                <a:spcPct val="130000"/>
              </a:lnSpc>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6">
            <a:extLst>
              <a:ext uri="{FF2B5EF4-FFF2-40B4-BE49-F238E27FC236}">
                <a16:creationId xmlns:a16="http://schemas.microsoft.com/office/drawing/2014/main" id="{5EE581FC-7877-B0CE-121D-A868F22C5195}"/>
              </a:ext>
            </a:extLst>
          </p:cNvPr>
          <p:cNvSpPr>
            <a:spLocks noGrp="1"/>
          </p:cNvSpPr>
          <p:nvPr>
            <p:ph type="ftr" sz="quarter" idx="15"/>
          </p:nvPr>
        </p:nvSpPr>
        <p:spPr>
          <a:xfrm rot="5400000">
            <a:off x="10469880" y="1609344"/>
            <a:ext cx="2670048" cy="365760"/>
          </a:xfrm>
          <a:prstGeom prst="rect">
            <a:avLst/>
          </a:prstGeom>
        </p:spPr>
        <p:txBody>
          <a:bodyPr/>
          <a:lstStyle/>
          <a:p>
            <a:pPr algn="r"/>
            <a:r>
              <a:rPr lang="en-US"/>
              <a:t>Sample Footer Text</a:t>
            </a:r>
          </a:p>
        </p:txBody>
      </p:sp>
      <p:sp>
        <p:nvSpPr>
          <p:cNvPr id="9" name="Slide Number Placeholder 8">
            <a:extLst>
              <a:ext uri="{FF2B5EF4-FFF2-40B4-BE49-F238E27FC236}">
                <a16:creationId xmlns:a16="http://schemas.microsoft.com/office/drawing/2014/main" id="{E12274D3-BE15-58C3-8621-19800A18B961}"/>
              </a:ext>
            </a:extLst>
          </p:cNvPr>
          <p:cNvSpPr>
            <a:spLocks noGrp="1"/>
          </p:cNvSpPr>
          <p:nvPr>
            <p:ph type="sldNum" sz="quarter" idx="16"/>
          </p:nvPr>
        </p:nvSpPr>
        <p:spPr>
          <a:xfrm>
            <a:off x="11494008" y="3218688"/>
            <a:ext cx="630936" cy="429768"/>
          </a:xfrm>
          <a:prstGeom prst="rect">
            <a:avLst/>
          </a:prstGeom>
        </p:spPr>
        <p:txBody>
          <a:bodyPr/>
          <a:lstStyle/>
          <a:p>
            <a:pPr algn="ctr"/>
            <a:fld id="{8D252C1B-CBF0-4A4D-8F57-7FB989103249}" type="slidenum">
              <a:rPr lang="en-US" smtClean="0"/>
              <a:pPr algn="ctr"/>
              <a:t>‹#›</a:t>
            </a:fld>
            <a:endParaRPr lang="en-US"/>
          </a:p>
        </p:txBody>
      </p:sp>
      <p:sp>
        <p:nvSpPr>
          <p:cNvPr id="3" name="Date Placeholder 2">
            <a:extLst>
              <a:ext uri="{FF2B5EF4-FFF2-40B4-BE49-F238E27FC236}">
                <a16:creationId xmlns:a16="http://schemas.microsoft.com/office/drawing/2014/main" id="{E280F01D-414D-407C-1408-9645303C8BAC}"/>
              </a:ext>
            </a:extLst>
          </p:cNvPr>
          <p:cNvSpPr>
            <a:spLocks noGrp="1"/>
          </p:cNvSpPr>
          <p:nvPr>
            <p:ph type="dt" sz="half" idx="14"/>
          </p:nvPr>
        </p:nvSpPr>
        <p:spPr>
          <a:xfrm rot="5400000">
            <a:off x="10469880" y="4892040"/>
            <a:ext cx="2670048" cy="365760"/>
          </a:xfrm>
          <a:prstGeom prst="rect">
            <a:avLst/>
          </a:prstGeom>
        </p:spPr>
        <p:txBody>
          <a:bodyPr/>
          <a:lstStyle/>
          <a:p>
            <a:fld id="{56C5D836-5754-4174-8068-82E220F5800B}" type="datetime4">
              <a:rPr lang="en-US" smtClean="0"/>
              <a:t>December 21, 2025</a:t>
            </a:fld>
            <a:endParaRPr lang="en-US"/>
          </a:p>
        </p:txBody>
      </p:sp>
    </p:spTree>
    <p:extLst>
      <p:ext uri="{BB962C8B-B14F-4D97-AF65-F5344CB8AC3E}">
        <p14:creationId xmlns:p14="http://schemas.microsoft.com/office/powerpoint/2010/main" val="15656208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26464" y="1856232"/>
            <a:ext cx="3904488" cy="2176272"/>
          </a:xfrm>
          <a:prstGeom prst="rect">
            <a:avLst/>
          </a:prstGeo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1" name="Content Placeholder 10">
            <a:extLst>
              <a:ext uri="{FF2B5EF4-FFF2-40B4-BE49-F238E27FC236}">
                <a16:creationId xmlns:a16="http://schemas.microsoft.com/office/drawing/2014/main" id="{A15E685B-79A8-DE9F-775F-AF1351EBAD5E}"/>
              </a:ext>
            </a:extLst>
          </p:cNvPr>
          <p:cNvSpPr>
            <a:spLocks noGrp="1"/>
          </p:cNvSpPr>
          <p:nvPr>
            <p:ph sz="quarter" idx="17"/>
          </p:nvPr>
        </p:nvSpPr>
        <p:spPr>
          <a:xfrm>
            <a:off x="6099048" y="1856232"/>
            <a:ext cx="4480560" cy="3822192"/>
          </a:xfrm>
          <a:prstGeom prst="rect">
            <a:avLst/>
          </a:prstGeom>
        </p:spPr>
        <p:txBody>
          <a:bodyPr vert="horz" lIns="91440" tIns="45720" rIns="91440" bIns="45720" rtlCol="0">
            <a:normAutofit/>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6">
            <a:extLst>
              <a:ext uri="{FF2B5EF4-FFF2-40B4-BE49-F238E27FC236}">
                <a16:creationId xmlns:a16="http://schemas.microsoft.com/office/drawing/2014/main" id="{5EE581FC-7877-B0CE-121D-A868F22C5195}"/>
              </a:ext>
            </a:extLst>
          </p:cNvPr>
          <p:cNvSpPr>
            <a:spLocks noGrp="1"/>
          </p:cNvSpPr>
          <p:nvPr>
            <p:ph type="ftr" sz="quarter" idx="15"/>
          </p:nvPr>
        </p:nvSpPr>
        <p:spPr>
          <a:xfrm rot="5400000">
            <a:off x="10469880" y="1609344"/>
            <a:ext cx="2670048" cy="365760"/>
          </a:xfrm>
          <a:prstGeom prst="rect">
            <a:avLst/>
          </a:prstGeom>
        </p:spPr>
        <p:txBody>
          <a:bodyPr/>
          <a:lstStyle/>
          <a:p>
            <a:pPr algn="r"/>
            <a:r>
              <a:rPr lang="en-US"/>
              <a:t>Sample Footer Text</a:t>
            </a:r>
          </a:p>
        </p:txBody>
      </p:sp>
      <p:sp>
        <p:nvSpPr>
          <p:cNvPr id="9" name="Slide Number Placeholder 8">
            <a:extLst>
              <a:ext uri="{FF2B5EF4-FFF2-40B4-BE49-F238E27FC236}">
                <a16:creationId xmlns:a16="http://schemas.microsoft.com/office/drawing/2014/main" id="{E12274D3-BE15-58C3-8621-19800A18B961}"/>
              </a:ext>
            </a:extLst>
          </p:cNvPr>
          <p:cNvSpPr>
            <a:spLocks noGrp="1"/>
          </p:cNvSpPr>
          <p:nvPr>
            <p:ph type="sldNum" sz="quarter" idx="16"/>
          </p:nvPr>
        </p:nvSpPr>
        <p:spPr>
          <a:xfrm>
            <a:off x="11494008" y="3218688"/>
            <a:ext cx="630936" cy="429768"/>
          </a:xfrm>
          <a:prstGeom prst="rect">
            <a:avLst/>
          </a:prstGeom>
        </p:spPr>
        <p:txBody>
          <a:bodyPr/>
          <a:lstStyle/>
          <a:p>
            <a:pPr algn="ctr"/>
            <a:fld id="{8D252C1B-CBF0-4A4D-8F57-7FB989103249}" type="slidenum">
              <a:rPr lang="en-US" smtClean="0"/>
              <a:pPr algn="ctr"/>
              <a:t>‹#›</a:t>
            </a:fld>
            <a:endParaRPr lang="en-US"/>
          </a:p>
        </p:txBody>
      </p:sp>
      <p:sp>
        <p:nvSpPr>
          <p:cNvPr id="3" name="Date Placeholder 2">
            <a:extLst>
              <a:ext uri="{FF2B5EF4-FFF2-40B4-BE49-F238E27FC236}">
                <a16:creationId xmlns:a16="http://schemas.microsoft.com/office/drawing/2014/main" id="{E280F01D-414D-407C-1408-9645303C8BAC}"/>
              </a:ext>
            </a:extLst>
          </p:cNvPr>
          <p:cNvSpPr>
            <a:spLocks noGrp="1"/>
          </p:cNvSpPr>
          <p:nvPr>
            <p:ph type="dt" sz="half" idx="14"/>
          </p:nvPr>
        </p:nvSpPr>
        <p:spPr>
          <a:xfrm rot="5400000">
            <a:off x="10469880" y="4892040"/>
            <a:ext cx="2670048" cy="365760"/>
          </a:xfrm>
          <a:prstGeom prst="rect">
            <a:avLst/>
          </a:prstGeom>
        </p:spPr>
        <p:txBody>
          <a:bodyPr/>
          <a:lstStyle/>
          <a:p>
            <a:fld id="{8469542E-CD68-4AA3-924E-425E5C7795CF}" type="datetime4">
              <a:rPr lang="en-US" smtClean="0"/>
              <a:t>December 21, 2025</a:t>
            </a:fld>
            <a:endParaRPr lang="en-US"/>
          </a:p>
        </p:txBody>
      </p:sp>
    </p:spTree>
    <p:extLst>
      <p:ext uri="{BB962C8B-B14F-4D97-AF65-F5344CB8AC3E}">
        <p14:creationId xmlns:p14="http://schemas.microsoft.com/office/powerpoint/2010/main" val="30196394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382DE3D-8384-2ED9-7C71-665F47AAD429}"/>
              </a:ext>
              <a:ext uri="{C183D7F6-B498-43B3-948B-1728B52AA6E4}">
                <adec:decorative xmlns:adec="http://schemas.microsoft.com/office/drawing/2017/decorative" val="1"/>
              </a:ext>
            </a:extLst>
          </p:cNvPr>
          <p:cNvSpPr/>
          <p:nvPr/>
        </p:nvSpPr>
        <p:spPr>
          <a:xfrm>
            <a:off x="0" y="0"/>
            <a:ext cx="722376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18388" y="2002536"/>
            <a:ext cx="5586984" cy="2898648"/>
          </a:xfrm>
          <a:prstGeom prst="rect">
            <a:avLst/>
          </a:prstGeom>
        </p:spPr>
        <p:txBody>
          <a:bodyPr anchor="ctr">
            <a:normAutofit/>
          </a:bodyPr>
          <a:lstStyle>
            <a:lvl1pPr algn="ctr">
              <a:lnSpc>
                <a:spcPct val="120000"/>
              </a:lnSpc>
              <a:defRPr sz="2800">
                <a:solidFill>
                  <a:schemeClr val="bg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7891272" y="758952"/>
            <a:ext cx="3200400" cy="5330952"/>
          </a:xfrm>
          <a:prstGeom prst="rect">
            <a:avLst/>
          </a:prstGeom>
        </p:spPr>
        <p:txBody>
          <a:bodyPr vert="horz" lIns="91440" tIns="45720" rIns="91440" bIns="45720" rtlCol="0" anchor="ctr">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10">
            <a:extLst>
              <a:ext uri="{FF2B5EF4-FFF2-40B4-BE49-F238E27FC236}">
                <a16:creationId xmlns:a16="http://schemas.microsoft.com/office/drawing/2014/main" id="{FAA9F39B-6447-60F2-A02B-7241C415ABA1}"/>
              </a:ext>
            </a:extLst>
          </p:cNvPr>
          <p:cNvSpPr>
            <a:spLocks noGrp="1"/>
          </p:cNvSpPr>
          <p:nvPr>
            <p:ph type="ftr" sz="quarter" idx="15"/>
          </p:nvPr>
        </p:nvSpPr>
        <p:spPr>
          <a:xfrm rot="5400000">
            <a:off x="10469880" y="1609344"/>
            <a:ext cx="2670048" cy="365760"/>
          </a:xfrm>
          <a:prstGeom prst="rect">
            <a:avLst/>
          </a:prstGeom>
        </p:spPr>
        <p:txBody>
          <a:bodyPr/>
          <a:lstStyle/>
          <a:p>
            <a:pPr algn="r"/>
            <a:r>
              <a:rPr lang="en-US"/>
              <a:t>Sample Footer Text</a:t>
            </a:r>
          </a:p>
        </p:txBody>
      </p:sp>
      <p:sp>
        <p:nvSpPr>
          <p:cNvPr id="12" name="Slide Number Placeholder 11">
            <a:extLst>
              <a:ext uri="{FF2B5EF4-FFF2-40B4-BE49-F238E27FC236}">
                <a16:creationId xmlns:a16="http://schemas.microsoft.com/office/drawing/2014/main" id="{23154C80-9BCD-5911-3E82-CB97ECBB41E3}"/>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10" name="Date Placeholder 9">
            <a:extLst>
              <a:ext uri="{FF2B5EF4-FFF2-40B4-BE49-F238E27FC236}">
                <a16:creationId xmlns:a16="http://schemas.microsoft.com/office/drawing/2014/main" id="{B16BA4B7-B6C7-185E-7431-9A13D584D752}"/>
              </a:ext>
            </a:extLst>
          </p:cNvPr>
          <p:cNvSpPr>
            <a:spLocks noGrp="1"/>
          </p:cNvSpPr>
          <p:nvPr>
            <p:ph type="dt" sz="half" idx="14"/>
          </p:nvPr>
        </p:nvSpPr>
        <p:spPr>
          <a:xfrm rot="5400000">
            <a:off x="10469880" y="4892040"/>
            <a:ext cx="2670048" cy="365760"/>
          </a:xfrm>
          <a:prstGeom prst="rect">
            <a:avLst/>
          </a:prstGeom>
        </p:spPr>
        <p:txBody>
          <a:bodyPr/>
          <a:lstStyle/>
          <a:p>
            <a:fld id="{94EFC636-F6E8-4C4D-8568-457972E0BF82}" type="datetime4">
              <a:rPr lang="en-US" smtClean="0"/>
              <a:t>December 21, 2025</a:t>
            </a:fld>
            <a:endParaRPr lang="en-US"/>
          </a:p>
        </p:txBody>
      </p:sp>
    </p:spTree>
    <p:extLst>
      <p:ext uri="{BB962C8B-B14F-4D97-AF65-F5344CB8AC3E}">
        <p14:creationId xmlns:p14="http://schemas.microsoft.com/office/powerpoint/2010/main" val="36760407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1344168"/>
            <a:ext cx="3986784" cy="3813048"/>
          </a:xfrm>
          <a:prstGeom prst="rect">
            <a:avLst/>
          </a:prstGeom>
        </p:spPr>
        <p:txBody>
          <a:bodyPr anchor="t">
            <a:normAutofit/>
          </a:bodyPr>
          <a:lstStyle>
            <a:lvl1pPr>
              <a:lnSpc>
                <a:spcPct val="120000"/>
              </a:lnSpc>
              <a:defRPr sz="28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394960" y="1344168"/>
            <a:ext cx="5486400" cy="4581144"/>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7" name="Footer Placeholder 6">
            <a:extLst>
              <a:ext uri="{FF2B5EF4-FFF2-40B4-BE49-F238E27FC236}">
                <a16:creationId xmlns:a16="http://schemas.microsoft.com/office/drawing/2014/main" id="{34BCAAF6-AC06-E7D8-D0C6-D9D520E07E69}"/>
              </a:ext>
            </a:extLst>
          </p:cNvPr>
          <p:cNvSpPr>
            <a:spLocks noGrp="1"/>
          </p:cNvSpPr>
          <p:nvPr>
            <p:ph type="ftr" sz="quarter" idx="15"/>
          </p:nvPr>
        </p:nvSpPr>
        <p:spPr>
          <a:xfrm rot="5400000">
            <a:off x="10469880" y="1609344"/>
            <a:ext cx="2670048" cy="365760"/>
          </a:xfrm>
          <a:prstGeom prst="rect">
            <a:avLst/>
          </a:prstGeom>
        </p:spPr>
        <p:txBody>
          <a:bodyPr/>
          <a:lstStyle/>
          <a:p>
            <a:pPr algn="r"/>
            <a:r>
              <a:rPr lang="en-US"/>
              <a:t>Sample Footer Text</a:t>
            </a:r>
          </a:p>
        </p:txBody>
      </p:sp>
      <p:sp>
        <p:nvSpPr>
          <p:cNvPr id="9" name="Slide Number Placeholder 8">
            <a:extLst>
              <a:ext uri="{FF2B5EF4-FFF2-40B4-BE49-F238E27FC236}">
                <a16:creationId xmlns:a16="http://schemas.microsoft.com/office/drawing/2014/main" id="{73D48925-A360-AD49-BC43-5262EA064BDC}"/>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78585171-F384-B8C1-2D82-898DAB291C88}"/>
              </a:ext>
            </a:extLst>
          </p:cNvPr>
          <p:cNvSpPr>
            <a:spLocks noGrp="1"/>
          </p:cNvSpPr>
          <p:nvPr>
            <p:ph type="dt" sz="half" idx="14"/>
          </p:nvPr>
        </p:nvSpPr>
        <p:spPr>
          <a:xfrm rot="5400000">
            <a:off x="10469880" y="4892040"/>
            <a:ext cx="2670048" cy="365760"/>
          </a:xfrm>
          <a:prstGeom prst="rect">
            <a:avLst/>
          </a:prstGeom>
        </p:spPr>
        <p:txBody>
          <a:bodyPr/>
          <a:lstStyle/>
          <a:p>
            <a:fld id="{AFDC1503-F478-4724-A668-233C9A58478D}" type="datetime4">
              <a:rPr lang="en-US" smtClean="0"/>
              <a:t>December 21, 2025</a:t>
            </a:fld>
            <a:endParaRPr lang="en-US"/>
          </a:p>
        </p:txBody>
      </p:sp>
    </p:spTree>
    <p:extLst>
      <p:ext uri="{BB962C8B-B14F-4D97-AF65-F5344CB8AC3E}">
        <p14:creationId xmlns:p14="http://schemas.microsoft.com/office/powerpoint/2010/main" val="236673752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4E3C4E9-3EF9-F1D7-9682-F8F8A212835E}"/>
              </a:ext>
              <a:ext uri="{C183D7F6-B498-43B3-948B-1728B52AA6E4}">
                <adec:decorative xmlns:adec="http://schemas.microsoft.com/office/drawing/2017/decorative" val="1"/>
              </a:ext>
            </a:extLst>
          </p:cNvPr>
          <p:cNvSpPr/>
          <p:nvPr/>
        </p:nvSpPr>
        <p:spPr>
          <a:xfrm>
            <a:off x="0" y="0"/>
            <a:ext cx="6096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 name="Oval 5">
            <a:extLst>
              <a:ext uri="{FF2B5EF4-FFF2-40B4-BE49-F238E27FC236}">
                <a16:creationId xmlns:a16="http://schemas.microsoft.com/office/drawing/2014/main" id="{E6D9E92F-86F7-70EE-6794-AB1238672DBD}"/>
              </a:ext>
              <a:ext uri="{C183D7F6-B498-43B3-948B-1728B52AA6E4}">
                <adec:decorative xmlns:adec="http://schemas.microsoft.com/office/drawing/2017/decorative" val="1"/>
              </a:ext>
            </a:extLst>
          </p:cNvPr>
          <p:cNvSpPr/>
          <p:nvPr/>
        </p:nvSpPr>
        <p:spPr>
          <a:xfrm>
            <a:off x="733197" y="1113411"/>
            <a:ext cx="4629606" cy="462960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42416" y="2286000"/>
            <a:ext cx="3968496" cy="2286000"/>
          </a:xfrm>
          <a:prstGeom prst="rect">
            <a:avLst/>
          </a:prstGeom>
        </p:spPr>
        <p:txBody>
          <a:bodyPr anchor="ctr">
            <a:normAutofit/>
          </a:bodyPr>
          <a:lstStyle>
            <a:lvl1pPr algn="ctr">
              <a:lnSpc>
                <a:spcPct val="120000"/>
              </a:lnSpc>
              <a:defRPr sz="28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6830568" y="758952"/>
            <a:ext cx="4398264" cy="5330952"/>
          </a:xfrm>
          <a:prstGeom prst="rect">
            <a:avLst/>
          </a:prstGeom>
        </p:spPr>
        <p:txBody>
          <a:bodyPr vert="horz" lIns="91440" tIns="45720" rIns="91440" bIns="45720" rtlCol="0" anchor="ctr">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14" name="Footer Placeholder 13">
            <a:extLst>
              <a:ext uri="{FF2B5EF4-FFF2-40B4-BE49-F238E27FC236}">
                <a16:creationId xmlns:a16="http://schemas.microsoft.com/office/drawing/2014/main" id="{6B6EFBAA-5DC1-29BB-5E7C-D3161CE848C9}"/>
              </a:ext>
            </a:extLst>
          </p:cNvPr>
          <p:cNvSpPr>
            <a:spLocks noGrp="1"/>
          </p:cNvSpPr>
          <p:nvPr>
            <p:ph type="ftr" sz="quarter" idx="15"/>
          </p:nvPr>
        </p:nvSpPr>
        <p:spPr>
          <a:xfrm rot="5400000">
            <a:off x="10469880" y="1609344"/>
            <a:ext cx="2670048" cy="365760"/>
          </a:xfrm>
          <a:prstGeom prst="rect">
            <a:avLst/>
          </a:prstGeom>
        </p:spPr>
        <p:txBody>
          <a:bodyPr/>
          <a:lstStyle/>
          <a:p>
            <a:pPr algn="r"/>
            <a:r>
              <a:rPr lang="en-US"/>
              <a:t>Sample Footer Text</a:t>
            </a:r>
          </a:p>
        </p:txBody>
      </p:sp>
      <p:sp>
        <p:nvSpPr>
          <p:cNvPr id="15" name="Slide Number Placeholder 14">
            <a:extLst>
              <a:ext uri="{FF2B5EF4-FFF2-40B4-BE49-F238E27FC236}">
                <a16:creationId xmlns:a16="http://schemas.microsoft.com/office/drawing/2014/main" id="{2AB4F126-3659-1B8C-0217-AAEB427F481F}"/>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13" name="Date Placeholder 12">
            <a:extLst>
              <a:ext uri="{FF2B5EF4-FFF2-40B4-BE49-F238E27FC236}">
                <a16:creationId xmlns:a16="http://schemas.microsoft.com/office/drawing/2014/main" id="{C5560928-8A30-5E32-D337-B8F5011C0680}"/>
              </a:ext>
            </a:extLst>
          </p:cNvPr>
          <p:cNvSpPr>
            <a:spLocks noGrp="1"/>
          </p:cNvSpPr>
          <p:nvPr>
            <p:ph type="dt" sz="half" idx="14"/>
          </p:nvPr>
        </p:nvSpPr>
        <p:spPr>
          <a:xfrm rot="5400000">
            <a:off x="10469880" y="4892040"/>
            <a:ext cx="2670048" cy="365760"/>
          </a:xfrm>
          <a:prstGeom prst="rect">
            <a:avLst/>
          </a:prstGeom>
        </p:spPr>
        <p:txBody>
          <a:bodyPr/>
          <a:lstStyle/>
          <a:p>
            <a:fld id="{EEE9064D-9AB2-45E2-A243-3D991F981AD8}" type="datetime4">
              <a:rPr lang="en-US" smtClean="0"/>
              <a:t>December 21, 2025</a:t>
            </a:fld>
            <a:endParaRPr lang="en-US"/>
          </a:p>
        </p:txBody>
      </p:sp>
    </p:spTree>
    <p:extLst>
      <p:ext uri="{BB962C8B-B14F-4D97-AF65-F5344CB8AC3E}">
        <p14:creationId xmlns:p14="http://schemas.microsoft.com/office/powerpoint/2010/main" val="1725749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124711" y="1042416"/>
            <a:ext cx="8778239" cy="859536"/>
          </a:xfrm>
          <a:prstGeom prst="rect">
            <a:avLst/>
          </a:prstGeom>
        </p:spPr>
        <p:txBody>
          <a:bodyPr anchor="b">
            <a:normAutofit/>
          </a:bodyPr>
          <a:lstStyle>
            <a:lvl1pPr>
              <a:lnSpc>
                <a:spcPct val="120000"/>
              </a:lnSpc>
              <a:defRPr sz="28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1124712" y="2286000"/>
            <a:ext cx="8778240" cy="3858768"/>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7" name="Footer Placeholder 6">
            <a:extLst>
              <a:ext uri="{FF2B5EF4-FFF2-40B4-BE49-F238E27FC236}">
                <a16:creationId xmlns:a16="http://schemas.microsoft.com/office/drawing/2014/main" id="{D61483D3-774D-9D68-68CB-5A937232274F}"/>
              </a:ext>
            </a:extLst>
          </p:cNvPr>
          <p:cNvSpPr>
            <a:spLocks noGrp="1"/>
          </p:cNvSpPr>
          <p:nvPr>
            <p:ph type="ftr" sz="quarter" idx="15"/>
          </p:nvPr>
        </p:nvSpPr>
        <p:spPr>
          <a:xfrm rot="5400000">
            <a:off x="10469880" y="1609344"/>
            <a:ext cx="2670048" cy="365760"/>
          </a:xfrm>
          <a:prstGeom prst="rect">
            <a:avLst/>
          </a:prstGeom>
        </p:spPr>
        <p:txBody>
          <a:bodyPr/>
          <a:lstStyle/>
          <a:p>
            <a:pPr algn="r"/>
            <a:r>
              <a:rPr lang="en-US"/>
              <a:t>Sample Footer Text</a:t>
            </a:r>
          </a:p>
        </p:txBody>
      </p:sp>
      <p:sp>
        <p:nvSpPr>
          <p:cNvPr id="9" name="Slide Number Placeholder 8">
            <a:extLst>
              <a:ext uri="{FF2B5EF4-FFF2-40B4-BE49-F238E27FC236}">
                <a16:creationId xmlns:a16="http://schemas.microsoft.com/office/drawing/2014/main" id="{C1048750-D97F-4F3E-349E-380EE5D3BD60}"/>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1AB169CA-5488-CD07-6516-947BBA28AB35}"/>
              </a:ext>
            </a:extLst>
          </p:cNvPr>
          <p:cNvSpPr>
            <a:spLocks noGrp="1"/>
          </p:cNvSpPr>
          <p:nvPr>
            <p:ph type="dt" sz="half" idx="14"/>
          </p:nvPr>
        </p:nvSpPr>
        <p:spPr>
          <a:xfrm rot="5400000">
            <a:off x="10469880" y="4892040"/>
            <a:ext cx="2670048" cy="365760"/>
          </a:xfrm>
          <a:prstGeom prst="rect">
            <a:avLst/>
          </a:prstGeom>
        </p:spPr>
        <p:txBody>
          <a:bodyPr/>
          <a:lstStyle/>
          <a:p>
            <a:fld id="{D222765E-6FC3-4FF4-B19E-ED5BAA536ADF}" type="datetime4">
              <a:rPr lang="en-US" smtClean="0"/>
              <a:t>December 21, 2025</a:t>
            </a:fld>
            <a:endParaRPr lang="en-US"/>
          </a:p>
        </p:txBody>
      </p:sp>
    </p:spTree>
    <p:extLst>
      <p:ext uri="{BB962C8B-B14F-4D97-AF65-F5344CB8AC3E}">
        <p14:creationId xmlns:p14="http://schemas.microsoft.com/office/powerpoint/2010/main" val="25343044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8">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4E3C4E9-3EF9-F1D7-9682-F8F8A212835E}"/>
              </a:ext>
              <a:ext uri="{C183D7F6-B498-43B3-948B-1728B52AA6E4}">
                <adec:decorative xmlns:adec="http://schemas.microsoft.com/office/drawing/2017/decorative" val="1"/>
              </a:ext>
            </a:extLst>
          </p:cNvPr>
          <p:cNvSpPr/>
          <p:nvPr/>
        </p:nvSpPr>
        <p:spPr>
          <a:xfrm>
            <a:off x="0" y="0"/>
            <a:ext cx="4050792"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81000" y="758952"/>
            <a:ext cx="3276600" cy="4389120"/>
          </a:xfrm>
          <a:prstGeom prst="rect">
            <a:avLst/>
          </a:prstGeom>
        </p:spPr>
        <p:txBody>
          <a:bodyPr vert="horz" lIns="91440" tIns="45720" rIns="91440" bIns="45720" rtlCol="0" anchor="t">
            <a:normAutofit/>
          </a:bodyPr>
          <a:lstStyle>
            <a:lvl1pPr>
              <a:defRPr lang="en-US" sz="2600" dirty="0">
                <a:solidFill>
                  <a:schemeClr val="bg1"/>
                </a:solidFill>
              </a:defRPr>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4782312" y="758952"/>
            <a:ext cx="6419088" cy="5330952"/>
          </a:xfrm>
          <a:prstGeom prst="rect">
            <a:avLst/>
          </a:prstGeom>
        </p:spPr>
        <p:txBody>
          <a:bodyPr vert="horz" lIns="91440" tIns="45720" rIns="91440" bIns="45720" rtlCol="0" anchor="t">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14" name="Footer Placeholder 13">
            <a:extLst>
              <a:ext uri="{FF2B5EF4-FFF2-40B4-BE49-F238E27FC236}">
                <a16:creationId xmlns:a16="http://schemas.microsoft.com/office/drawing/2014/main" id="{6B6EFBAA-5DC1-29BB-5E7C-D3161CE848C9}"/>
              </a:ext>
            </a:extLst>
          </p:cNvPr>
          <p:cNvSpPr>
            <a:spLocks noGrp="1"/>
          </p:cNvSpPr>
          <p:nvPr>
            <p:ph type="ftr" sz="quarter" idx="15"/>
          </p:nvPr>
        </p:nvSpPr>
        <p:spPr>
          <a:xfrm rot="5400000">
            <a:off x="10469880" y="1609344"/>
            <a:ext cx="2670048" cy="365760"/>
          </a:xfrm>
          <a:prstGeom prst="rect">
            <a:avLst/>
          </a:prstGeom>
        </p:spPr>
        <p:txBody>
          <a:bodyPr/>
          <a:lstStyle/>
          <a:p>
            <a:pPr algn="r"/>
            <a:r>
              <a:rPr lang="en-US"/>
              <a:t>Sample Footer Text</a:t>
            </a:r>
          </a:p>
        </p:txBody>
      </p:sp>
      <p:sp>
        <p:nvSpPr>
          <p:cNvPr id="15" name="Slide Number Placeholder 14">
            <a:extLst>
              <a:ext uri="{FF2B5EF4-FFF2-40B4-BE49-F238E27FC236}">
                <a16:creationId xmlns:a16="http://schemas.microsoft.com/office/drawing/2014/main" id="{2AB4F126-3659-1B8C-0217-AAEB427F481F}"/>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13" name="Date Placeholder 12">
            <a:extLst>
              <a:ext uri="{FF2B5EF4-FFF2-40B4-BE49-F238E27FC236}">
                <a16:creationId xmlns:a16="http://schemas.microsoft.com/office/drawing/2014/main" id="{C5560928-8A30-5E32-D337-B8F5011C0680}"/>
              </a:ext>
            </a:extLst>
          </p:cNvPr>
          <p:cNvSpPr>
            <a:spLocks noGrp="1"/>
          </p:cNvSpPr>
          <p:nvPr>
            <p:ph type="dt" sz="half" idx="14"/>
          </p:nvPr>
        </p:nvSpPr>
        <p:spPr>
          <a:xfrm rot="5400000">
            <a:off x="10469880" y="4892040"/>
            <a:ext cx="2670048" cy="365760"/>
          </a:xfrm>
          <a:prstGeom prst="rect">
            <a:avLst/>
          </a:prstGeom>
        </p:spPr>
        <p:txBody>
          <a:bodyPr/>
          <a:lstStyle/>
          <a:p>
            <a:fld id="{70A5E8A2-BE8C-4F0C-A297-8E3F932349F2}" type="datetime4">
              <a:rPr lang="en-US" smtClean="0"/>
              <a:t>December 21, 2025</a:t>
            </a:fld>
            <a:endParaRPr lang="en-US"/>
          </a:p>
        </p:txBody>
      </p:sp>
    </p:spTree>
    <p:extLst>
      <p:ext uri="{BB962C8B-B14F-4D97-AF65-F5344CB8AC3E}">
        <p14:creationId xmlns:p14="http://schemas.microsoft.com/office/powerpoint/2010/main" val="51917459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548640"/>
            <a:ext cx="3026664" cy="4114800"/>
          </a:xfrm>
          <a:prstGeom prst="rect">
            <a:avLst/>
          </a:prstGeom>
        </p:spPr>
        <p:txBody>
          <a:bodyPr anchor="t">
            <a:normAutofit/>
          </a:bodyPr>
          <a:lstStyle>
            <a:lvl1pPr>
              <a:lnSpc>
                <a:spcPct val="120000"/>
              </a:lnSpc>
              <a:defRPr sz="2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187952" y="548640"/>
            <a:ext cx="7159752" cy="5952744"/>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7" name="Footer Placeholder 6">
            <a:extLst>
              <a:ext uri="{FF2B5EF4-FFF2-40B4-BE49-F238E27FC236}">
                <a16:creationId xmlns:a16="http://schemas.microsoft.com/office/drawing/2014/main" id="{D61483D3-774D-9D68-68CB-5A937232274F}"/>
              </a:ext>
            </a:extLst>
          </p:cNvPr>
          <p:cNvSpPr>
            <a:spLocks noGrp="1"/>
          </p:cNvSpPr>
          <p:nvPr>
            <p:ph type="ftr" sz="quarter" idx="15"/>
          </p:nvPr>
        </p:nvSpPr>
        <p:spPr>
          <a:xfrm rot="5400000">
            <a:off x="10469880" y="1609344"/>
            <a:ext cx="2670048" cy="365760"/>
          </a:xfrm>
          <a:prstGeom prst="rect">
            <a:avLst/>
          </a:prstGeom>
        </p:spPr>
        <p:txBody>
          <a:bodyPr/>
          <a:lstStyle/>
          <a:p>
            <a:pPr algn="r"/>
            <a:r>
              <a:rPr lang="en-US"/>
              <a:t>Sample Footer Text</a:t>
            </a:r>
          </a:p>
        </p:txBody>
      </p:sp>
      <p:sp>
        <p:nvSpPr>
          <p:cNvPr id="9" name="Slide Number Placeholder 8">
            <a:extLst>
              <a:ext uri="{FF2B5EF4-FFF2-40B4-BE49-F238E27FC236}">
                <a16:creationId xmlns:a16="http://schemas.microsoft.com/office/drawing/2014/main" id="{C1048750-D97F-4F3E-349E-380EE5D3BD60}"/>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1AB169CA-5488-CD07-6516-947BBA28AB35}"/>
              </a:ext>
            </a:extLst>
          </p:cNvPr>
          <p:cNvSpPr>
            <a:spLocks noGrp="1"/>
          </p:cNvSpPr>
          <p:nvPr>
            <p:ph type="dt" sz="half" idx="14"/>
          </p:nvPr>
        </p:nvSpPr>
        <p:spPr>
          <a:xfrm rot="5400000">
            <a:off x="10469880" y="4892040"/>
            <a:ext cx="2670048" cy="365760"/>
          </a:xfrm>
          <a:prstGeom prst="rect">
            <a:avLst/>
          </a:prstGeom>
        </p:spPr>
        <p:txBody>
          <a:bodyPr/>
          <a:lstStyle/>
          <a:p>
            <a:fld id="{68D5CF3B-4DE2-417A-9628-56DD36111FF5}" type="datetime4">
              <a:rPr lang="en-US" smtClean="0"/>
              <a:t>December 21, 2025</a:t>
            </a:fld>
            <a:endParaRPr lang="en-US"/>
          </a:p>
        </p:txBody>
      </p:sp>
    </p:spTree>
    <p:extLst>
      <p:ext uri="{BB962C8B-B14F-4D97-AF65-F5344CB8AC3E}">
        <p14:creationId xmlns:p14="http://schemas.microsoft.com/office/powerpoint/2010/main" val="261092266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F04DE9B-00A7-2020-4385-0B94AAD6AC47}"/>
              </a:ext>
            </a:extLst>
          </p:cNvPr>
          <p:cNvSpPr>
            <a:spLocks noGrp="1"/>
          </p:cNvSpPr>
          <p:nvPr>
            <p:ph type="title"/>
          </p:nvPr>
        </p:nvSpPr>
        <p:spPr>
          <a:xfrm>
            <a:off x="612648" y="758952"/>
            <a:ext cx="6720840" cy="1152144"/>
          </a:xfrm>
          <a:prstGeom prst="rect">
            <a:avLst/>
          </a:prstGeom>
        </p:spPr>
        <p:txBody>
          <a:bodyPr/>
          <a:lstStyle>
            <a:lvl1pPr>
              <a:lnSpc>
                <a:spcPct val="120000"/>
              </a:lnSpc>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2258568"/>
            <a:ext cx="6720840" cy="3950208"/>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4" name="Picture Placeholder 3">
            <a:extLst>
              <a:ext uri="{FF2B5EF4-FFF2-40B4-BE49-F238E27FC236}">
                <a16:creationId xmlns:a16="http://schemas.microsoft.com/office/drawing/2014/main" id="{20535D10-41EB-053D-2D2E-87120111A06A}"/>
              </a:ext>
            </a:extLst>
          </p:cNvPr>
          <p:cNvSpPr>
            <a:spLocks noGrp="1"/>
          </p:cNvSpPr>
          <p:nvPr>
            <p:ph type="pic" sz="quarter" idx="18" hasCustomPrompt="1"/>
          </p:nvPr>
        </p:nvSpPr>
        <p:spPr>
          <a:xfrm>
            <a:off x="8132064" y="758952"/>
            <a:ext cx="3300984" cy="5330952"/>
          </a:xfrm>
          <a:prstGeom prst="rect">
            <a:avLst/>
          </a:prstGeom>
          <a:blipFill>
            <a:blip r:embed="rId2">
              <a:alphaModFix amt="70000"/>
            </a:blip>
            <a:stretch>
              <a:fillRect/>
            </a:stretch>
          </a:blipFill>
        </p:spPr>
        <p:txBody>
          <a:bodyPr/>
          <a:lstStyle>
            <a:lvl1pPr marL="0" indent="0">
              <a:buNone/>
              <a:defRPr/>
            </a:lvl1pPr>
          </a:lstStyle>
          <a:p>
            <a:r>
              <a:rPr lang="en-US" dirty="0"/>
              <a:t> </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lvl1pPr>
              <a:defRPr>
                <a:solidFill>
                  <a:schemeClr val="tx1"/>
                </a:solidFill>
                <a:effectLst/>
              </a:defRPr>
            </a:lvl1p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lvl1pPr>
              <a:defRPr>
                <a:solidFill>
                  <a:schemeClr val="tx1"/>
                </a:solidFill>
                <a:effectLst/>
              </a:defRPr>
            </a:lvl1p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lvl1pPr>
              <a:defRPr>
                <a:solidFill>
                  <a:schemeClr val="tx1"/>
                </a:solidFill>
                <a:effectLst/>
              </a:defRPr>
            </a:lvl1pPr>
          </a:lstStyle>
          <a:p>
            <a:fld id="{C8EBBEA4-B642-4482-AAAB-F8C968090D5B}" type="datetime4">
              <a:rPr lang="en-US" smtClean="0"/>
              <a:t>December 21, 2025</a:t>
            </a:fld>
            <a:endParaRPr lang="en-US"/>
          </a:p>
        </p:txBody>
      </p:sp>
    </p:spTree>
    <p:extLst>
      <p:ext uri="{BB962C8B-B14F-4D97-AF65-F5344CB8AC3E}">
        <p14:creationId xmlns:p14="http://schemas.microsoft.com/office/powerpoint/2010/main" val="266746682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F04DE9B-00A7-2020-4385-0B94AAD6AC47}"/>
              </a:ext>
            </a:extLst>
          </p:cNvPr>
          <p:cNvSpPr>
            <a:spLocks noGrp="1"/>
          </p:cNvSpPr>
          <p:nvPr>
            <p:ph type="title"/>
          </p:nvPr>
        </p:nvSpPr>
        <p:spPr>
          <a:xfrm>
            <a:off x="4782312" y="603504"/>
            <a:ext cx="6464808" cy="1307592"/>
          </a:xfrm>
          <a:prstGeom prst="rect">
            <a:avLst/>
          </a:prstGeom>
        </p:spPr>
        <p:txBody>
          <a:bodyPr/>
          <a:lstStyle>
            <a:lvl1pPr>
              <a:lnSpc>
                <a:spcPct val="120000"/>
              </a:lnSpc>
              <a:defRPr/>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20535D10-41EB-053D-2D2E-87120111A06A}"/>
              </a:ext>
            </a:extLst>
          </p:cNvPr>
          <p:cNvSpPr>
            <a:spLocks noGrp="1"/>
          </p:cNvSpPr>
          <p:nvPr>
            <p:ph type="pic" sz="quarter" idx="18" hasCustomPrompt="1"/>
          </p:nvPr>
        </p:nvSpPr>
        <p:spPr>
          <a:xfrm>
            <a:off x="0" y="0"/>
            <a:ext cx="4050792" cy="6858000"/>
          </a:xfrm>
          <a:prstGeom prst="rect">
            <a:avLst/>
          </a:prstGeo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782312" y="2258568"/>
            <a:ext cx="6464808" cy="3995928"/>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p>
            <a:fld id="{3BA4593D-59CB-492E-ABE2-368F7D46160C}" type="datetime4">
              <a:rPr lang="en-US" smtClean="0"/>
              <a:t>December 21, 2025</a:t>
            </a:fld>
            <a:endParaRPr lang="en-US"/>
          </a:p>
        </p:txBody>
      </p:sp>
    </p:spTree>
    <p:extLst>
      <p:ext uri="{BB962C8B-B14F-4D97-AF65-F5344CB8AC3E}">
        <p14:creationId xmlns:p14="http://schemas.microsoft.com/office/powerpoint/2010/main" val="411998646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F04DE9B-00A7-2020-4385-0B94AAD6AC47}"/>
              </a:ext>
            </a:extLst>
          </p:cNvPr>
          <p:cNvSpPr>
            <a:spLocks noGrp="1"/>
          </p:cNvSpPr>
          <p:nvPr>
            <p:ph type="title"/>
          </p:nvPr>
        </p:nvSpPr>
        <p:spPr>
          <a:xfrm>
            <a:off x="612647" y="256032"/>
            <a:ext cx="6949439" cy="1124712"/>
          </a:xfrm>
          <a:prstGeom prst="rect">
            <a:avLst/>
          </a:prstGeom>
        </p:spPr>
        <p:txBody>
          <a:bodyPr/>
          <a:lstStyle>
            <a:lvl1pPr>
              <a:lnSpc>
                <a:spcPct val="120000"/>
              </a:lnSpc>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1755648"/>
            <a:ext cx="6949440" cy="434340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4" name="Picture Placeholder 3">
            <a:extLst>
              <a:ext uri="{FF2B5EF4-FFF2-40B4-BE49-F238E27FC236}">
                <a16:creationId xmlns:a16="http://schemas.microsoft.com/office/drawing/2014/main" id="{A7C02181-FA39-ABBD-5759-8846E0FE79F6}"/>
              </a:ext>
            </a:extLst>
          </p:cNvPr>
          <p:cNvSpPr>
            <a:spLocks noGrp="1"/>
          </p:cNvSpPr>
          <p:nvPr>
            <p:ph type="pic" sz="quarter" idx="18" hasCustomPrompt="1"/>
          </p:nvPr>
        </p:nvSpPr>
        <p:spPr>
          <a:xfrm>
            <a:off x="8129016" y="758952"/>
            <a:ext cx="3300984" cy="5330952"/>
          </a:xfrm>
          <a:prstGeom prst="rect">
            <a:avLst/>
          </a:prstGeom>
          <a:blipFill>
            <a:blip r:embed="rId2">
              <a:alphaModFix amt="70000"/>
            </a:blip>
            <a:stretch>
              <a:fillRect/>
            </a:stretch>
          </a:blipFill>
        </p:spPr>
        <p:txBody>
          <a:bodyPr/>
          <a:lstStyle>
            <a:lvl1pPr marL="0" indent="0">
              <a:buNone/>
              <a:defRPr/>
            </a:lvl1pPr>
          </a:lstStyle>
          <a:p>
            <a:r>
              <a:rPr lang="en-US" dirty="0"/>
              <a:t> </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p>
            <a:fld id="{A6A8C34F-BCF9-44D6-9A61-F95110E279A3}" type="datetime4">
              <a:rPr lang="en-US" smtClean="0"/>
              <a:t>December 21, 2025</a:t>
            </a:fld>
            <a:endParaRPr lang="en-US"/>
          </a:p>
        </p:txBody>
      </p:sp>
    </p:spTree>
    <p:extLst>
      <p:ext uri="{BB962C8B-B14F-4D97-AF65-F5344CB8AC3E}">
        <p14:creationId xmlns:p14="http://schemas.microsoft.com/office/powerpoint/2010/main" val="180974433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F04DE9B-00A7-2020-4385-0B94AAD6AC47}"/>
              </a:ext>
            </a:extLst>
          </p:cNvPr>
          <p:cNvSpPr>
            <a:spLocks noGrp="1"/>
          </p:cNvSpPr>
          <p:nvPr>
            <p:ph type="title"/>
          </p:nvPr>
        </p:nvSpPr>
        <p:spPr>
          <a:xfrm>
            <a:off x="612648" y="674914"/>
            <a:ext cx="4544568" cy="1228925"/>
          </a:xfrm>
          <a:prstGeom prst="rect">
            <a:avLst/>
          </a:prstGeom>
        </p:spPr>
        <p:txBody>
          <a:bodyPr/>
          <a:lstStyle>
            <a:lvl1pPr>
              <a:lnSpc>
                <a:spcPct val="120000"/>
              </a:lnSpc>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2258568"/>
            <a:ext cx="4544568" cy="3950208"/>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14" name="Picture Placeholder 13">
            <a:extLst>
              <a:ext uri="{FF2B5EF4-FFF2-40B4-BE49-F238E27FC236}">
                <a16:creationId xmlns:a16="http://schemas.microsoft.com/office/drawing/2014/main" id="{ADB4AEC6-2EA4-A5BD-A76D-1C38CE894EC0}"/>
              </a:ext>
            </a:extLst>
          </p:cNvPr>
          <p:cNvSpPr>
            <a:spLocks noGrp="1"/>
          </p:cNvSpPr>
          <p:nvPr>
            <p:ph type="pic" sz="quarter" idx="18" hasCustomPrompt="1"/>
          </p:nvPr>
        </p:nvSpPr>
        <p:spPr>
          <a:xfrm>
            <a:off x="5958293" y="750863"/>
            <a:ext cx="5358384" cy="5358384"/>
          </a:xfrm>
          <a:custGeom>
            <a:avLst/>
            <a:gdLst>
              <a:gd name="connsiteX0" fmla="*/ 2679192 w 5358384"/>
              <a:gd name="connsiteY0" fmla="*/ 0 h 5358384"/>
              <a:gd name="connsiteX1" fmla="*/ 5358384 w 5358384"/>
              <a:gd name="connsiteY1" fmla="*/ 2679192 h 5358384"/>
              <a:gd name="connsiteX2" fmla="*/ 2679192 w 5358384"/>
              <a:gd name="connsiteY2" fmla="*/ 5358384 h 5358384"/>
              <a:gd name="connsiteX3" fmla="*/ 0 w 5358384"/>
              <a:gd name="connsiteY3" fmla="*/ 2679192 h 5358384"/>
              <a:gd name="connsiteX4" fmla="*/ 2679192 w 5358384"/>
              <a:gd name="connsiteY4" fmla="*/ 0 h 5358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58384" h="5358384">
                <a:moveTo>
                  <a:pt x="2679192" y="0"/>
                </a:moveTo>
                <a:cubicBezTo>
                  <a:pt x="4158869" y="0"/>
                  <a:pt x="5358384" y="1199515"/>
                  <a:pt x="5358384" y="2679192"/>
                </a:cubicBezTo>
                <a:cubicBezTo>
                  <a:pt x="5358384" y="4158869"/>
                  <a:pt x="4158869" y="5358384"/>
                  <a:pt x="2679192" y="5358384"/>
                </a:cubicBezTo>
                <a:cubicBezTo>
                  <a:pt x="1199515" y="5358384"/>
                  <a:pt x="0" y="4158869"/>
                  <a:pt x="0" y="2679192"/>
                </a:cubicBezTo>
                <a:cubicBezTo>
                  <a:pt x="0" y="1199515"/>
                  <a:pt x="1199515" y="0"/>
                  <a:pt x="2679192" y="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p>
            <a:fld id="{B0C3BB61-8B73-424D-8581-F409903383E2}" type="datetime4">
              <a:rPr lang="en-US" smtClean="0"/>
              <a:t>December 21, 2025</a:t>
            </a:fld>
            <a:endParaRPr lang="en-US"/>
          </a:p>
        </p:txBody>
      </p:sp>
    </p:spTree>
    <p:extLst>
      <p:ext uri="{BB962C8B-B14F-4D97-AF65-F5344CB8AC3E}">
        <p14:creationId xmlns:p14="http://schemas.microsoft.com/office/powerpoint/2010/main" val="198833541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F04DE9B-00A7-2020-4385-0B94AAD6AC47}"/>
              </a:ext>
            </a:extLst>
          </p:cNvPr>
          <p:cNvSpPr>
            <a:spLocks noGrp="1"/>
          </p:cNvSpPr>
          <p:nvPr>
            <p:ph type="title"/>
          </p:nvPr>
        </p:nvSpPr>
        <p:spPr>
          <a:xfrm>
            <a:off x="612648" y="758952"/>
            <a:ext cx="5477256" cy="1143000"/>
          </a:xfrm>
          <a:prstGeom prst="rect">
            <a:avLst/>
          </a:prstGeom>
        </p:spPr>
        <p:txBody>
          <a:bodyPr/>
          <a:lstStyle>
            <a:lvl1pPr>
              <a:lnSpc>
                <a:spcPct val="120000"/>
              </a:lnSpc>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2258568"/>
            <a:ext cx="5330952" cy="384048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14" name="Picture Placeholder 13">
            <a:extLst>
              <a:ext uri="{FF2B5EF4-FFF2-40B4-BE49-F238E27FC236}">
                <a16:creationId xmlns:a16="http://schemas.microsoft.com/office/drawing/2014/main" id="{ADB4AEC6-2EA4-A5BD-A76D-1C38CE894EC0}"/>
              </a:ext>
            </a:extLst>
          </p:cNvPr>
          <p:cNvSpPr>
            <a:spLocks noGrp="1"/>
          </p:cNvSpPr>
          <p:nvPr>
            <p:ph type="pic" sz="quarter" idx="18" hasCustomPrompt="1"/>
          </p:nvPr>
        </p:nvSpPr>
        <p:spPr>
          <a:xfrm>
            <a:off x="6638544" y="1115568"/>
            <a:ext cx="4626864" cy="4626864"/>
          </a:xfrm>
          <a:custGeom>
            <a:avLst/>
            <a:gdLst>
              <a:gd name="connsiteX0" fmla="*/ 2679192 w 5358384"/>
              <a:gd name="connsiteY0" fmla="*/ 0 h 5358384"/>
              <a:gd name="connsiteX1" fmla="*/ 5358384 w 5358384"/>
              <a:gd name="connsiteY1" fmla="*/ 2679192 h 5358384"/>
              <a:gd name="connsiteX2" fmla="*/ 2679192 w 5358384"/>
              <a:gd name="connsiteY2" fmla="*/ 5358384 h 5358384"/>
              <a:gd name="connsiteX3" fmla="*/ 0 w 5358384"/>
              <a:gd name="connsiteY3" fmla="*/ 2679192 h 5358384"/>
              <a:gd name="connsiteX4" fmla="*/ 2679192 w 5358384"/>
              <a:gd name="connsiteY4" fmla="*/ 0 h 5358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58384" h="5358384">
                <a:moveTo>
                  <a:pt x="2679192" y="0"/>
                </a:moveTo>
                <a:cubicBezTo>
                  <a:pt x="4158869" y="0"/>
                  <a:pt x="5358384" y="1199515"/>
                  <a:pt x="5358384" y="2679192"/>
                </a:cubicBezTo>
                <a:cubicBezTo>
                  <a:pt x="5358384" y="4158869"/>
                  <a:pt x="4158869" y="5358384"/>
                  <a:pt x="2679192" y="5358384"/>
                </a:cubicBezTo>
                <a:cubicBezTo>
                  <a:pt x="1199515" y="5358384"/>
                  <a:pt x="0" y="4158869"/>
                  <a:pt x="0" y="2679192"/>
                </a:cubicBezTo>
                <a:cubicBezTo>
                  <a:pt x="0" y="1199515"/>
                  <a:pt x="1199515" y="0"/>
                  <a:pt x="2679192" y="0"/>
                </a:cubicBezTo>
                <a:close/>
              </a:path>
            </a:pathLst>
          </a:custGeom>
          <a:blipFill>
            <a:blip r:embed="rId2">
              <a:alphaModFix amt="70000"/>
            </a:blip>
            <a:stretch>
              <a:fillRect/>
            </a:stretch>
          </a:blipFill>
        </p:spPr>
        <p:txBody>
          <a:bodyPr wrap="square">
            <a:noAutofit/>
          </a:bodyPr>
          <a:lstStyle>
            <a:lvl1pPr marL="0" indent="0">
              <a:buNone/>
              <a:defRPr/>
            </a:lvl1pPr>
          </a:lstStyle>
          <a:p>
            <a:r>
              <a:rPr lang="en-US" dirty="0"/>
              <a:t> </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p>
            <a:fld id="{E02D6E6F-2358-4D77-93A9-B458204A23A8}" type="datetime4">
              <a:rPr lang="en-US" smtClean="0"/>
              <a:t>December 21, 2025</a:t>
            </a:fld>
            <a:endParaRPr lang="en-US"/>
          </a:p>
        </p:txBody>
      </p:sp>
    </p:spTree>
    <p:extLst>
      <p:ext uri="{BB962C8B-B14F-4D97-AF65-F5344CB8AC3E}">
        <p14:creationId xmlns:p14="http://schemas.microsoft.com/office/powerpoint/2010/main" val="72853435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F04DE9B-00A7-2020-4385-0B94AAD6AC47}"/>
              </a:ext>
            </a:extLst>
          </p:cNvPr>
          <p:cNvSpPr>
            <a:spLocks noGrp="1"/>
          </p:cNvSpPr>
          <p:nvPr>
            <p:ph type="title"/>
          </p:nvPr>
        </p:nvSpPr>
        <p:spPr>
          <a:xfrm>
            <a:off x="612648" y="758952"/>
            <a:ext cx="10506456" cy="621792"/>
          </a:xfrm>
          <a:prstGeom prst="rect">
            <a:avLst/>
          </a:prstGeom>
        </p:spPr>
        <p:txBody>
          <a:bodyPr/>
          <a:lstStyle>
            <a:lvl1pPr>
              <a:lnSpc>
                <a:spcPct val="120000"/>
              </a:lnSpc>
              <a:defRPr/>
            </a:lvl1pPr>
          </a:lstStyle>
          <a:p>
            <a:r>
              <a:rPr lang="en-US"/>
              <a:t>Click to edit Master title style</a:t>
            </a:r>
            <a:endParaRPr lang="en-US" dirty="0"/>
          </a:p>
        </p:txBody>
      </p:sp>
      <p:sp>
        <p:nvSpPr>
          <p:cNvPr id="14" name="Picture Placeholder 13">
            <a:extLst>
              <a:ext uri="{FF2B5EF4-FFF2-40B4-BE49-F238E27FC236}">
                <a16:creationId xmlns:a16="http://schemas.microsoft.com/office/drawing/2014/main" id="{ADB4AEC6-2EA4-A5BD-A76D-1C38CE894EC0}"/>
              </a:ext>
            </a:extLst>
          </p:cNvPr>
          <p:cNvSpPr>
            <a:spLocks noGrp="1"/>
          </p:cNvSpPr>
          <p:nvPr>
            <p:ph type="pic" sz="quarter" idx="18" hasCustomPrompt="1"/>
          </p:nvPr>
        </p:nvSpPr>
        <p:spPr>
          <a:xfrm>
            <a:off x="612648" y="1837944"/>
            <a:ext cx="4261104" cy="4261104"/>
          </a:xfrm>
          <a:custGeom>
            <a:avLst/>
            <a:gdLst>
              <a:gd name="connsiteX0" fmla="*/ 2679192 w 5358384"/>
              <a:gd name="connsiteY0" fmla="*/ 0 h 5358384"/>
              <a:gd name="connsiteX1" fmla="*/ 5358384 w 5358384"/>
              <a:gd name="connsiteY1" fmla="*/ 2679192 h 5358384"/>
              <a:gd name="connsiteX2" fmla="*/ 2679192 w 5358384"/>
              <a:gd name="connsiteY2" fmla="*/ 5358384 h 5358384"/>
              <a:gd name="connsiteX3" fmla="*/ 0 w 5358384"/>
              <a:gd name="connsiteY3" fmla="*/ 2679192 h 5358384"/>
              <a:gd name="connsiteX4" fmla="*/ 2679192 w 5358384"/>
              <a:gd name="connsiteY4" fmla="*/ 0 h 5358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58384" h="5358384">
                <a:moveTo>
                  <a:pt x="2679192" y="0"/>
                </a:moveTo>
                <a:cubicBezTo>
                  <a:pt x="4158869" y="0"/>
                  <a:pt x="5358384" y="1199515"/>
                  <a:pt x="5358384" y="2679192"/>
                </a:cubicBezTo>
                <a:cubicBezTo>
                  <a:pt x="5358384" y="4158869"/>
                  <a:pt x="4158869" y="5358384"/>
                  <a:pt x="2679192" y="5358384"/>
                </a:cubicBezTo>
                <a:cubicBezTo>
                  <a:pt x="1199515" y="5358384"/>
                  <a:pt x="0" y="4158869"/>
                  <a:pt x="0" y="2679192"/>
                </a:cubicBezTo>
                <a:cubicBezTo>
                  <a:pt x="0" y="1199515"/>
                  <a:pt x="1199515" y="0"/>
                  <a:pt x="2679192" y="0"/>
                </a:cubicBezTo>
                <a:close/>
              </a:path>
            </a:pathLst>
          </a:custGeom>
          <a:blipFill>
            <a:blip r:embed="rId2">
              <a:alphaModFix amt="70000"/>
            </a:blip>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5742432" y="1755648"/>
            <a:ext cx="5376672" cy="4416552"/>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p>
            <a:fld id="{6706A190-8EBD-4794-A851-92BB5E0BDD4D}" type="datetime4">
              <a:rPr lang="en-US" smtClean="0"/>
              <a:t>December 21, 2025</a:t>
            </a:fld>
            <a:endParaRPr lang="en-US"/>
          </a:p>
        </p:txBody>
      </p:sp>
    </p:spTree>
    <p:extLst>
      <p:ext uri="{BB962C8B-B14F-4D97-AF65-F5344CB8AC3E}">
        <p14:creationId xmlns:p14="http://schemas.microsoft.com/office/powerpoint/2010/main" val="398241491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758952"/>
            <a:ext cx="4736592" cy="1143000"/>
          </a:xfrm>
          <a:prstGeom prst="rect">
            <a:avLst/>
          </a:prstGeom>
        </p:spPr>
        <p:txBody>
          <a:bodyPr vert="horz" lIns="91440" tIns="45720" rIns="91440" bIns="45720" rtlCol="0" anchor="b">
            <a:normAutofit/>
          </a:bodyPr>
          <a:lstStyle>
            <a:lvl1pPr>
              <a:defRPr lang="en-US" dirty="0"/>
            </a:lvl1pPr>
          </a:lstStyle>
          <a:p>
            <a:pPr lvl="0">
              <a:lnSpc>
                <a:spcPct val="120000"/>
              </a:lnSpc>
            </a:pPr>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2258568"/>
            <a:ext cx="4754880" cy="384048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6" name="Picture Placeholder 5">
            <a:extLst>
              <a:ext uri="{FF2B5EF4-FFF2-40B4-BE49-F238E27FC236}">
                <a16:creationId xmlns:a16="http://schemas.microsoft.com/office/drawing/2014/main" id="{D7425CE9-1989-E4AC-20C4-20216538CD64}"/>
              </a:ext>
            </a:extLst>
          </p:cNvPr>
          <p:cNvSpPr>
            <a:spLocks noGrp="1"/>
          </p:cNvSpPr>
          <p:nvPr>
            <p:ph type="pic" sz="quarter" idx="18" hasCustomPrompt="1"/>
          </p:nvPr>
        </p:nvSpPr>
        <p:spPr>
          <a:xfrm>
            <a:off x="6083808" y="0"/>
            <a:ext cx="6108192" cy="6857999"/>
          </a:xfrm>
          <a:prstGeom prst="rect">
            <a:avLst/>
          </a:prstGeom>
          <a:blipFill>
            <a:blip r:embed="rId2">
              <a:alphaModFix amt="70000"/>
            </a:blip>
            <a:stretch>
              <a:fillRect/>
            </a:stretch>
          </a:blipFill>
        </p:spPr>
        <p:txBody>
          <a:bodyPr/>
          <a:lstStyle>
            <a:lvl1pPr marL="0" indent="0">
              <a:buNone/>
              <a:defRPr/>
            </a:lvl1pPr>
          </a:lstStyle>
          <a:p>
            <a:r>
              <a:rPr lang="en-US" dirty="0"/>
              <a:t> </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fld id="{F84BFA0D-9A5F-4EE3-A3FD-82A86EE972AE}" type="datetime4">
              <a:rPr lang="en-US" smtClean="0"/>
              <a:t>December 21, 2025</a:t>
            </a:fld>
            <a:endParaRPr lang="en-US"/>
          </a:p>
        </p:txBody>
      </p:sp>
    </p:spTree>
    <p:extLst>
      <p:ext uri="{BB962C8B-B14F-4D97-AF65-F5344CB8AC3E}">
        <p14:creationId xmlns:p14="http://schemas.microsoft.com/office/powerpoint/2010/main" val="34823423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FE0D260-A526-F079-44B3-C9B03816FFDD}"/>
              </a:ext>
            </a:extLst>
          </p:cNvPr>
          <p:cNvSpPr>
            <a:spLocks noGrp="1"/>
          </p:cNvSpPr>
          <p:nvPr>
            <p:ph type="title"/>
          </p:nvPr>
        </p:nvSpPr>
        <p:spPr>
          <a:xfrm>
            <a:off x="7569582" y="758952"/>
            <a:ext cx="3842130" cy="1143000"/>
          </a:xfrm>
          <a:prstGeom prst="rect">
            <a:avLst/>
          </a:prstGeom>
        </p:spPr>
        <p:txBody>
          <a:bodyPr/>
          <a:lstStyle/>
          <a:p>
            <a:r>
              <a:rPr lang="en-US"/>
              <a:t>Click to edit Master title style</a:t>
            </a:r>
            <a:endParaRPr lang="en-US" dirty="0"/>
          </a:p>
        </p:txBody>
      </p:sp>
      <p:sp>
        <p:nvSpPr>
          <p:cNvPr id="6" name="Picture Placeholder 5">
            <a:extLst>
              <a:ext uri="{FF2B5EF4-FFF2-40B4-BE49-F238E27FC236}">
                <a16:creationId xmlns:a16="http://schemas.microsoft.com/office/drawing/2014/main" id="{D7425CE9-1989-E4AC-20C4-20216538CD64}"/>
              </a:ext>
            </a:extLst>
          </p:cNvPr>
          <p:cNvSpPr>
            <a:spLocks noGrp="1"/>
          </p:cNvSpPr>
          <p:nvPr>
            <p:ph type="pic" sz="quarter" idx="18" hasCustomPrompt="1"/>
          </p:nvPr>
        </p:nvSpPr>
        <p:spPr>
          <a:xfrm>
            <a:off x="-1" y="0"/>
            <a:ext cx="6835155" cy="6857999"/>
          </a:xfrm>
          <a:prstGeom prst="rect">
            <a:avLst/>
          </a:prstGeo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569582" y="2258568"/>
            <a:ext cx="3700397" cy="384048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lvl1pPr>
              <a:defRPr>
                <a:solidFill>
                  <a:schemeClr val="tx1"/>
                </a:solidFill>
                <a:effectLst/>
              </a:defRPr>
            </a:lvl1p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lvl1pPr>
              <a:defRPr>
                <a:solidFill>
                  <a:schemeClr val="tx1"/>
                </a:solidFill>
                <a:effectLst/>
              </a:defRPr>
            </a:lvl1p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lvl1pPr>
              <a:defRPr>
                <a:solidFill>
                  <a:schemeClr val="tx1"/>
                </a:solidFill>
                <a:effectLst/>
              </a:defRPr>
            </a:lvl1pPr>
          </a:lstStyle>
          <a:p>
            <a:fld id="{4FD3D564-0365-46F9-82BC-CDD300CEFE62}" type="datetime4">
              <a:rPr lang="en-US" smtClean="0"/>
              <a:t>December 21, 2025</a:t>
            </a:fld>
            <a:endParaRPr lang="en-US"/>
          </a:p>
        </p:txBody>
      </p:sp>
    </p:spTree>
    <p:extLst>
      <p:ext uri="{BB962C8B-B14F-4D97-AF65-F5344CB8AC3E}">
        <p14:creationId xmlns:p14="http://schemas.microsoft.com/office/powerpoint/2010/main" val="345108280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758952"/>
            <a:ext cx="3704970" cy="1143000"/>
          </a:xfrm>
          <a:prstGeom prst="rect">
            <a:avLst/>
          </a:prstGeom>
        </p:spPr>
        <p:txBody>
          <a:bodyPr vert="horz" lIns="91440" tIns="45720" rIns="91440" bIns="45720" rtlCol="0" anchor="b">
            <a:normAutofit/>
          </a:bodyPr>
          <a:lstStyle>
            <a:lvl1pPr>
              <a:defRPr lang="en-US" dirty="0"/>
            </a:lvl1pPr>
          </a:lstStyle>
          <a:p>
            <a:pPr lvl="0">
              <a:lnSpc>
                <a:spcPct val="120000"/>
              </a:lnSpc>
            </a:pPr>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9" y="2258568"/>
            <a:ext cx="3704970" cy="384048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6" name="Picture Placeholder 5">
            <a:extLst>
              <a:ext uri="{FF2B5EF4-FFF2-40B4-BE49-F238E27FC236}">
                <a16:creationId xmlns:a16="http://schemas.microsoft.com/office/drawing/2014/main" id="{D7425CE9-1989-E4AC-20C4-20216538CD64}"/>
              </a:ext>
            </a:extLst>
          </p:cNvPr>
          <p:cNvSpPr>
            <a:spLocks noGrp="1"/>
          </p:cNvSpPr>
          <p:nvPr>
            <p:ph type="pic" sz="quarter" idx="18" hasCustomPrompt="1"/>
          </p:nvPr>
        </p:nvSpPr>
        <p:spPr>
          <a:xfrm>
            <a:off x="5069897" y="758952"/>
            <a:ext cx="6360104" cy="5330952"/>
          </a:xfrm>
          <a:prstGeom prst="rect">
            <a:avLst/>
          </a:prstGeom>
          <a:blipFill>
            <a:blip r:embed="rId2">
              <a:alphaModFix amt="70000"/>
            </a:blip>
            <a:stretch>
              <a:fillRect/>
            </a:stretch>
          </a:blipFill>
        </p:spPr>
        <p:txBody>
          <a:bodyPr/>
          <a:lstStyle>
            <a:lvl1pPr marL="0" indent="0">
              <a:buNone/>
              <a:defRPr/>
            </a:lvl1pPr>
          </a:lstStyle>
          <a:p>
            <a:r>
              <a:rPr lang="en-US" dirty="0"/>
              <a:t> </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lvl1pPr>
              <a:defRPr>
                <a:solidFill>
                  <a:schemeClr val="tx1"/>
                </a:solidFill>
                <a:effectLst/>
              </a:defRPr>
            </a:lvl1p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lvl1pPr>
              <a:defRPr>
                <a:solidFill>
                  <a:schemeClr val="tx1"/>
                </a:solidFill>
                <a:effectLst/>
              </a:defRPr>
            </a:lvl1p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lvl1pPr>
              <a:defRPr>
                <a:solidFill>
                  <a:schemeClr val="tx1"/>
                </a:solidFill>
                <a:effectLst/>
              </a:defRPr>
            </a:lvl1pPr>
          </a:lstStyle>
          <a:p>
            <a:fld id="{C7397E9B-E8AE-4203-8459-BAC5DBFA1928}" type="datetime4">
              <a:rPr lang="en-US" smtClean="0"/>
              <a:t>December 21, 2025</a:t>
            </a:fld>
            <a:endParaRPr lang="en-US"/>
          </a:p>
        </p:txBody>
      </p:sp>
    </p:spTree>
    <p:extLst>
      <p:ext uri="{BB962C8B-B14F-4D97-AF65-F5344CB8AC3E}">
        <p14:creationId xmlns:p14="http://schemas.microsoft.com/office/powerpoint/2010/main" val="400776737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73619" y="1078992"/>
            <a:ext cx="2898648" cy="1947672"/>
          </a:xfrm>
          <a:prstGeom prst="rect">
            <a:avLst/>
          </a:prstGeom>
        </p:spPr>
        <p:txBody>
          <a:bodyPr vert="horz" lIns="91440" tIns="45720" rIns="91440" bIns="45720" rtlCol="0" anchor="b">
            <a:normAutofit/>
          </a:bodyPr>
          <a:lstStyle>
            <a:lvl1pPr>
              <a:defRPr lang="en-US" sz="2600" dirty="0"/>
            </a:lvl1pPr>
          </a:lstStyle>
          <a:p>
            <a:pPr lvl="0">
              <a:lnSpc>
                <a:spcPct val="120000"/>
              </a:lnSpc>
            </a:pPr>
            <a:r>
              <a:rPr lang="en-US"/>
              <a:t>Click to edit Master title style</a:t>
            </a:r>
            <a:endParaRPr lang="en-US" dirty="0"/>
          </a:p>
        </p:txBody>
      </p:sp>
      <p:sp>
        <p:nvSpPr>
          <p:cNvPr id="12" name="Picture Placeholder 11">
            <a:extLst>
              <a:ext uri="{FF2B5EF4-FFF2-40B4-BE49-F238E27FC236}">
                <a16:creationId xmlns:a16="http://schemas.microsoft.com/office/drawing/2014/main" id="{91A58A98-8307-74B9-8466-17F65EA798AC}"/>
              </a:ext>
            </a:extLst>
          </p:cNvPr>
          <p:cNvSpPr>
            <a:spLocks noGrp="1"/>
          </p:cNvSpPr>
          <p:nvPr>
            <p:ph type="pic" sz="quarter" idx="18" hasCustomPrompt="1"/>
          </p:nvPr>
        </p:nvSpPr>
        <p:spPr>
          <a:xfrm>
            <a:off x="0" y="0"/>
            <a:ext cx="7810394" cy="6858000"/>
          </a:xfrm>
          <a:prstGeom prst="rect">
            <a:avLst/>
          </a:prstGeo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73619" y="3099816"/>
            <a:ext cx="2898648" cy="2953512"/>
          </a:xfrm>
          <a:prstGeom prst="rect">
            <a:avLst/>
          </a:prstGeom>
        </p:spPr>
        <p:txBody>
          <a:bodyPr vert="horz" lIns="91440" tIns="45720" rIns="91440" bIns="45720" rtlCol="0">
            <a:normAutofit/>
          </a:bodyPr>
          <a:lstStyle>
            <a:lvl1pPr marL="0" indent="0">
              <a:buNone/>
              <a:defRPr lang="en-US" sz="16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9" name="Footer Placeholder 8">
            <a:extLst>
              <a:ext uri="{FF2B5EF4-FFF2-40B4-BE49-F238E27FC236}">
                <a16:creationId xmlns:a16="http://schemas.microsoft.com/office/drawing/2014/main" id="{9488F9E5-3D9D-C4E8-DF44-34F555905C9C}"/>
              </a:ext>
            </a:extLst>
          </p:cNvPr>
          <p:cNvSpPr>
            <a:spLocks noGrp="1"/>
          </p:cNvSpPr>
          <p:nvPr>
            <p:ph type="ftr" sz="quarter" idx="16"/>
          </p:nvPr>
        </p:nvSpPr>
        <p:spPr>
          <a:xfrm rot="5400000">
            <a:off x="10469880" y="1609344"/>
            <a:ext cx="2670048" cy="365760"/>
          </a:xfrm>
          <a:prstGeom prst="rect">
            <a:avLst/>
          </a:prstGeom>
        </p:spPr>
        <p:txBody>
          <a:bodyPr/>
          <a:lstStyle/>
          <a:p>
            <a:pPr algn="r"/>
            <a:r>
              <a:rPr lang="en-US"/>
              <a:t>Sample Footer Text</a:t>
            </a:r>
          </a:p>
        </p:txBody>
      </p:sp>
      <p:sp>
        <p:nvSpPr>
          <p:cNvPr id="10" name="Slide Number Placeholder 9">
            <a:extLst>
              <a:ext uri="{FF2B5EF4-FFF2-40B4-BE49-F238E27FC236}">
                <a16:creationId xmlns:a16="http://schemas.microsoft.com/office/drawing/2014/main" id="{37F38DE2-1429-FE2C-93AA-9AB9D9950E29}"/>
              </a:ext>
            </a:extLst>
          </p:cNvPr>
          <p:cNvSpPr>
            <a:spLocks noGrp="1"/>
          </p:cNvSpPr>
          <p:nvPr>
            <p:ph type="sldNum" sz="quarter" idx="17"/>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78FAB3D1-987F-D6AE-2703-22238530CE39}"/>
              </a:ext>
            </a:extLst>
          </p:cNvPr>
          <p:cNvSpPr>
            <a:spLocks noGrp="1"/>
          </p:cNvSpPr>
          <p:nvPr>
            <p:ph type="dt" sz="half" idx="15"/>
          </p:nvPr>
        </p:nvSpPr>
        <p:spPr>
          <a:xfrm rot="5400000">
            <a:off x="10469880" y="4892040"/>
            <a:ext cx="2670048" cy="365760"/>
          </a:xfrm>
          <a:prstGeom prst="rect">
            <a:avLst/>
          </a:prstGeom>
        </p:spPr>
        <p:txBody>
          <a:bodyPr/>
          <a:lstStyle/>
          <a:p>
            <a:fld id="{32CF74C9-AA5A-4DD7-9934-B71855E316A9}" type="datetime4">
              <a:rPr lang="en-US" smtClean="0"/>
              <a:t>December 21, 2025</a:t>
            </a:fld>
            <a:endParaRPr lang="en-US"/>
          </a:p>
        </p:txBody>
      </p:sp>
    </p:spTree>
    <p:extLst>
      <p:ext uri="{BB962C8B-B14F-4D97-AF65-F5344CB8AC3E}">
        <p14:creationId xmlns:p14="http://schemas.microsoft.com/office/powerpoint/2010/main" val="276643429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4910328"/>
            <a:ext cx="3621024" cy="1386300"/>
          </a:xfrm>
          <a:prstGeom prst="rect">
            <a:avLst/>
          </a:prstGeom>
        </p:spPr>
        <p:txBody>
          <a:bodyPr vert="horz" lIns="91440" tIns="45720" rIns="91440" bIns="45720" rtlCol="0" anchor="t">
            <a:normAutofit/>
          </a:bodyPr>
          <a:lstStyle>
            <a:lvl1pPr>
              <a:defRPr lang="en-US" sz="2400" dirty="0"/>
            </a:lvl1pPr>
          </a:lstStyle>
          <a:p>
            <a:pPr lvl="0">
              <a:lnSpc>
                <a:spcPct val="120000"/>
              </a:lnSpc>
            </a:pPr>
            <a:r>
              <a:rPr lang="en-US"/>
              <a:t>Click to edit Master title style</a:t>
            </a:r>
            <a:endParaRPr lang="en-US" dirty="0"/>
          </a:p>
        </p:txBody>
      </p:sp>
      <p:sp>
        <p:nvSpPr>
          <p:cNvPr id="11" name="Picture Placeholder 10">
            <a:extLst>
              <a:ext uri="{FF2B5EF4-FFF2-40B4-BE49-F238E27FC236}">
                <a16:creationId xmlns:a16="http://schemas.microsoft.com/office/drawing/2014/main" id="{39DAB963-58B8-E061-879B-826ED90F4AD9}"/>
              </a:ext>
            </a:extLst>
          </p:cNvPr>
          <p:cNvSpPr>
            <a:spLocks noGrp="1"/>
          </p:cNvSpPr>
          <p:nvPr>
            <p:ph type="pic" sz="quarter" idx="19" hasCustomPrompt="1"/>
          </p:nvPr>
        </p:nvSpPr>
        <p:spPr>
          <a:xfrm>
            <a:off x="740664" y="0"/>
            <a:ext cx="10680192" cy="4562856"/>
          </a:xfrm>
          <a:prstGeom prst="rect">
            <a:avLst/>
          </a:prstGeo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956048" y="4910328"/>
            <a:ext cx="6473952" cy="1499616"/>
          </a:xfrm>
          <a:prstGeom prst="rect">
            <a:avLst/>
          </a:prstGeom>
        </p:spPr>
        <p:txBody>
          <a:bodyPr vert="horz" lIns="91440" tIns="45720" rIns="91440" bIns="45720" rtlCol="0">
            <a:normAutofit/>
          </a:bodyPr>
          <a:lstStyle>
            <a:lvl1pPr marL="0" indent="0">
              <a:buNone/>
              <a:defRPr lang="en-US" sz="16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4" name="Footer Placeholder 3">
            <a:extLst>
              <a:ext uri="{FF2B5EF4-FFF2-40B4-BE49-F238E27FC236}">
                <a16:creationId xmlns:a16="http://schemas.microsoft.com/office/drawing/2014/main" id="{3490BDC3-84FA-EB76-95E5-B0B30F2D695B}"/>
              </a:ext>
            </a:extLst>
          </p:cNvPr>
          <p:cNvSpPr>
            <a:spLocks noGrp="1"/>
          </p:cNvSpPr>
          <p:nvPr>
            <p:ph type="ftr" sz="quarter" idx="17"/>
          </p:nvPr>
        </p:nvSpPr>
        <p:spPr>
          <a:xfrm rot="5400000">
            <a:off x="10469880" y="1609344"/>
            <a:ext cx="2670048" cy="365760"/>
          </a:xfrm>
          <a:prstGeom prst="rect">
            <a:avLst/>
          </a:prstGeom>
        </p:spPr>
        <p:txBody>
          <a:bodyPr/>
          <a:lstStyle/>
          <a:p>
            <a:pPr algn="r"/>
            <a:r>
              <a:rPr lang="en-US"/>
              <a:t>Sample Footer Text</a:t>
            </a:r>
          </a:p>
        </p:txBody>
      </p:sp>
      <p:sp>
        <p:nvSpPr>
          <p:cNvPr id="9" name="Slide Number Placeholder 8">
            <a:extLst>
              <a:ext uri="{FF2B5EF4-FFF2-40B4-BE49-F238E27FC236}">
                <a16:creationId xmlns:a16="http://schemas.microsoft.com/office/drawing/2014/main" id="{E5928215-E177-7864-608E-E316FDF22E31}"/>
              </a:ext>
            </a:extLst>
          </p:cNvPr>
          <p:cNvSpPr>
            <a:spLocks noGrp="1"/>
          </p:cNvSpPr>
          <p:nvPr>
            <p:ph type="sldNum" sz="quarter" idx="18"/>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5A3E53CA-A1D0-15C5-B9BF-4F653C8DE88C}"/>
              </a:ext>
            </a:extLst>
          </p:cNvPr>
          <p:cNvSpPr>
            <a:spLocks noGrp="1"/>
          </p:cNvSpPr>
          <p:nvPr>
            <p:ph type="dt" sz="half" idx="16"/>
          </p:nvPr>
        </p:nvSpPr>
        <p:spPr>
          <a:xfrm rot="5400000">
            <a:off x="10469880" y="4892040"/>
            <a:ext cx="2670048" cy="365760"/>
          </a:xfrm>
          <a:prstGeom prst="rect">
            <a:avLst/>
          </a:prstGeom>
        </p:spPr>
        <p:txBody>
          <a:bodyPr/>
          <a:lstStyle/>
          <a:p>
            <a:fld id="{222A1667-4A0F-48F9-BBF1-D3EC6E1022BA}" type="datetime4">
              <a:rPr lang="en-US" smtClean="0"/>
              <a:t>December 21, 2025</a:t>
            </a:fld>
            <a:endParaRPr lang="en-US"/>
          </a:p>
        </p:txBody>
      </p:sp>
    </p:spTree>
    <p:extLst>
      <p:ext uri="{BB962C8B-B14F-4D97-AF65-F5344CB8AC3E}">
        <p14:creationId xmlns:p14="http://schemas.microsoft.com/office/powerpoint/2010/main" val="97705130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F04DE9B-00A7-2020-4385-0B94AAD6AC47}"/>
              </a:ext>
            </a:extLst>
          </p:cNvPr>
          <p:cNvSpPr>
            <a:spLocks noGrp="1"/>
          </p:cNvSpPr>
          <p:nvPr>
            <p:ph type="title"/>
          </p:nvPr>
        </p:nvSpPr>
        <p:spPr>
          <a:xfrm>
            <a:off x="612648" y="457200"/>
            <a:ext cx="10735056" cy="923544"/>
          </a:xfrm>
          <a:prstGeom prst="rect">
            <a:avLst/>
          </a:prstGeom>
        </p:spPr>
        <p:txBody>
          <a:bodyPr/>
          <a:lstStyle>
            <a:lvl1pPr>
              <a:lnSpc>
                <a:spcPct val="120000"/>
              </a:lnSpc>
              <a:defRPr/>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A7C02181-FA39-ABBD-5759-8846E0FE79F6}"/>
              </a:ext>
            </a:extLst>
          </p:cNvPr>
          <p:cNvSpPr>
            <a:spLocks noGrp="1"/>
          </p:cNvSpPr>
          <p:nvPr>
            <p:ph type="pic" sz="quarter" idx="18" hasCustomPrompt="1"/>
          </p:nvPr>
        </p:nvSpPr>
        <p:spPr>
          <a:xfrm>
            <a:off x="612648" y="1892808"/>
            <a:ext cx="3054096" cy="4206240"/>
          </a:xfrm>
          <a:prstGeom prst="rect">
            <a:avLst/>
          </a:prstGeo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187952" y="1755648"/>
            <a:ext cx="7159752" cy="434340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p>
            <a:fld id="{DF247505-D930-4024-8CFE-611E51146D16}" type="datetime4">
              <a:rPr lang="en-US" smtClean="0"/>
              <a:t>December 21, 2025</a:t>
            </a:fld>
            <a:endParaRPr lang="en-US"/>
          </a:p>
        </p:txBody>
      </p:sp>
    </p:spTree>
    <p:extLst>
      <p:ext uri="{BB962C8B-B14F-4D97-AF65-F5344CB8AC3E}">
        <p14:creationId xmlns:p14="http://schemas.microsoft.com/office/powerpoint/2010/main" val="382122847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826CE5D-5E71-34E9-21B5-8EEB677BAF70}"/>
              </a:ext>
              <a:ext uri="{C183D7F6-B498-43B3-948B-1728B52AA6E4}">
                <adec:decorative xmlns:adec="http://schemas.microsoft.com/office/drawing/2017/decorative" val="1"/>
              </a:ext>
            </a:extLst>
          </p:cNvPr>
          <p:cNvSpPr/>
          <p:nvPr/>
        </p:nvSpPr>
        <p:spPr>
          <a:xfrm>
            <a:off x="0" y="0"/>
            <a:ext cx="4050792"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3995928"/>
            <a:ext cx="3127248" cy="2093976"/>
          </a:xfrm>
          <a:prstGeom prst="rect">
            <a:avLst/>
          </a:prstGeom>
        </p:spPr>
        <p:txBody>
          <a:bodyPr vert="horz" lIns="91440" tIns="45720" rIns="91440" bIns="45720" rtlCol="0" anchor="ctr">
            <a:normAutofit/>
          </a:bodyPr>
          <a:lstStyle>
            <a:lvl1pPr algn="ctr">
              <a:defRPr lang="en-US" sz="2600" dirty="0">
                <a:solidFill>
                  <a:schemeClr val="bg1"/>
                </a:solidFill>
              </a:defRPr>
            </a:lvl1pPr>
          </a:lstStyle>
          <a:p>
            <a:pPr lvl="0">
              <a:lnSpc>
                <a:spcPct val="120000"/>
              </a:lnSpc>
            </a:pPr>
            <a:r>
              <a:rPr lang="en-US"/>
              <a:t>Click to edit Master title style</a:t>
            </a:r>
            <a:endParaRPr lang="en-US" dirty="0"/>
          </a:p>
        </p:txBody>
      </p:sp>
      <p:sp>
        <p:nvSpPr>
          <p:cNvPr id="14" name="Picture Placeholder 13">
            <a:extLst>
              <a:ext uri="{FF2B5EF4-FFF2-40B4-BE49-F238E27FC236}">
                <a16:creationId xmlns:a16="http://schemas.microsoft.com/office/drawing/2014/main" id="{ADB4AEC6-2EA4-A5BD-A76D-1C38CE894EC0}"/>
              </a:ext>
            </a:extLst>
          </p:cNvPr>
          <p:cNvSpPr>
            <a:spLocks noGrp="1"/>
          </p:cNvSpPr>
          <p:nvPr>
            <p:ph type="pic" sz="quarter" idx="18" hasCustomPrompt="1"/>
          </p:nvPr>
        </p:nvSpPr>
        <p:spPr>
          <a:xfrm>
            <a:off x="649224" y="813816"/>
            <a:ext cx="2752344" cy="2752344"/>
          </a:xfrm>
          <a:custGeom>
            <a:avLst/>
            <a:gdLst>
              <a:gd name="connsiteX0" fmla="*/ 2679192 w 5358384"/>
              <a:gd name="connsiteY0" fmla="*/ 0 h 5358384"/>
              <a:gd name="connsiteX1" fmla="*/ 5358384 w 5358384"/>
              <a:gd name="connsiteY1" fmla="*/ 2679192 h 5358384"/>
              <a:gd name="connsiteX2" fmla="*/ 2679192 w 5358384"/>
              <a:gd name="connsiteY2" fmla="*/ 5358384 h 5358384"/>
              <a:gd name="connsiteX3" fmla="*/ 0 w 5358384"/>
              <a:gd name="connsiteY3" fmla="*/ 2679192 h 5358384"/>
              <a:gd name="connsiteX4" fmla="*/ 2679192 w 5358384"/>
              <a:gd name="connsiteY4" fmla="*/ 0 h 5358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58384" h="5358384">
                <a:moveTo>
                  <a:pt x="2679192" y="0"/>
                </a:moveTo>
                <a:cubicBezTo>
                  <a:pt x="4158869" y="0"/>
                  <a:pt x="5358384" y="1199515"/>
                  <a:pt x="5358384" y="2679192"/>
                </a:cubicBezTo>
                <a:cubicBezTo>
                  <a:pt x="5358384" y="4158869"/>
                  <a:pt x="4158869" y="5358384"/>
                  <a:pt x="2679192" y="5358384"/>
                </a:cubicBezTo>
                <a:cubicBezTo>
                  <a:pt x="1199515" y="5358384"/>
                  <a:pt x="0" y="4158869"/>
                  <a:pt x="0" y="2679192"/>
                </a:cubicBezTo>
                <a:cubicBezTo>
                  <a:pt x="0" y="1199515"/>
                  <a:pt x="1199515" y="0"/>
                  <a:pt x="2679192" y="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782312" y="758952"/>
            <a:ext cx="6382512" cy="5330952"/>
          </a:xfrm>
          <a:prstGeom prst="rect">
            <a:avLst/>
          </a:prstGeom>
        </p:spPr>
        <p:txBody>
          <a:bodyPr vert="horz" lIns="91440" tIns="45720" rIns="91440" bIns="45720" rtlCol="0" anchor="ctr">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lvl1pPr>
              <a:defRPr>
                <a:solidFill>
                  <a:schemeClr val="tx1"/>
                </a:solidFill>
              </a:defRPr>
            </a:lvl1p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lvl1pPr>
              <a:defRPr>
                <a:solidFill>
                  <a:schemeClr val="tx1"/>
                </a:solidFill>
              </a:defRPr>
            </a:lvl1p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lvl1pPr>
              <a:defRPr>
                <a:solidFill>
                  <a:schemeClr val="tx1"/>
                </a:solidFill>
              </a:defRPr>
            </a:lvl1pPr>
          </a:lstStyle>
          <a:p>
            <a:fld id="{B5DAC964-5ED5-4E3D-98A1-C42D2BF958CA}" type="datetime4">
              <a:rPr lang="en-US" smtClean="0"/>
              <a:t>December 21, 2025</a:t>
            </a:fld>
            <a:endParaRPr lang="en-US"/>
          </a:p>
        </p:txBody>
      </p:sp>
    </p:spTree>
    <p:extLst>
      <p:ext uri="{BB962C8B-B14F-4D97-AF65-F5344CB8AC3E}">
        <p14:creationId xmlns:p14="http://schemas.microsoft.com/office/powerpoint/2010/main" val="370558287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819477"/>
            <a:ext cx="4617720" cy="1197864"/>
          </a:xfrm>
          <a:prstGeom prst="rect">
            <a:avLst/>
          </a:prstGeom>
        </p:spPr>
        <p:txBody>
          <a:bodyPr vert="horz" lIns="91440" tIns="45720" rIns="91440" bIns="45720" rtlCol="0" anchor="t">
            <a:normAutofit/>
          </a:bodyPr>
          <a:lstStyle>
            <a:lvl1pPr>
              <a:defRPr lang="en-US"/>
            </a:lvl1pPr>
          </a:lstStyle>
          <a:p>
            <a:pPr lvl="0"/>
            <a:r>
              <a:rPr lang="en-US"/>
              <a:t>Click to edit Master title style</a:t>
            </a:r>
            <a:endParaRPr lang="en-US" dirty="0"/>
          </a:p>
        </p:txBody>
      </p:sp>
      <p:sp>
        <p:nvSpPr>
          <p:cNvPr id="14" name="Picture Placeholder 13">
            <a:extLst>
              <a:ext uri="{FF2B5EF4-FFF2-40B4-BE49-F238E27FC236}">
                <a16:creationId xmlns:a16="http://schemas.microsoft.com/office/drawing/2014/main" id="{ADB4AEC6-2EA4-A5BD-A76D-1C38CE894EC0}"/>
              </a:ext>
            </a:extLst>
          </p:cNvPr>
          <p:cNvSpPr>
            <a:spLocks noGrp="1"/>
          </p:cNvSpPr>
          <p:nvPr>
            <p:ph type="pic" sz="quarter" idx="18" hasCustomPrompt="1"/>
          </p:nvPr>
        </p:nvSpPr>
        <p:spPr>
          <a:xfrm>
            <a:off x="950976" y="2148840"/>
            <a:ext cx="3877056" cy="3877056"/>
          </a:xfrm>
          <a:custGeom>
            <a:avLst/>
            <a:gdLst>
              <a:gd name="connsiteX0" fmla="*/ 2679192 w 5358384"/>
              <a:gd name="connsiteY0" fmla="*/ 0 h 5358384"/>
              <a:gd name="connsiteX1" fmla="*/ 5358384 w 5358384"/>
              <a:gd name="connsiteY1" fmla="*/ 2679192 h 5358384"/>
              <a:gd name="connsiteX2" fmla="*/ 2679192 w 5358384"/>
              <a:gd name="connsiteY2" fmla="*/ 5358384 h 5358384"/>
              <a:gd name="connsiteX3" fmla="*/ 0 w 5358384"/>
              <a:gd name="connsiteY3" fmla="*/ 2679192 h 5358384"/>
              <a:gd name="connsiteX4" fmla="*/ 2679192 w 5358384"/>
              <a:gd name="connsiteY4" fmla="*/ 0 h 5358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58384" h="5358384">
                <a:moveTo>
                  <a:pt x="2679192" y="0"/>
                </a:moveTo>
                <a:cubicBezTo>
                  <a:pt x="4158869" y="0"/>
                  <a:pt x="5358384" y="1199515"/>
                  <a:pt x="5358384" y="2679192"/>
                </a:cubicBezTo>
                <a:cubicBezTo>
                  <a:pt x="5358384" y="4158869"/>
                  <a:pt x="4158869" y="5358384"/>
                  <a:pt x="2679192" y="5358384"/>
                </a:cubicBezTo>
                <a:cubicBezTo>
                  <a:pt x="1199515" y="5358384"/>
                  <a:pt x="0" y="4158869"/>
                  <a:pt x="0" y="2679192"/>
                </a:cubicBezTo>
                <a:cubicBezTo>
                  <a:pt x="0" y="1199515"/>
                  <a:pt x="1199515" y="0"/>
                  <a:pt x="2679192" y="0"/>
                </a:cubicBezTo>
                <a:close/>
              </a:path>
            </a:pathLst>
          </a:custGeom>
          <a:blipFill>
            <a:blip r:embed="rId2">
              <a:alphaModFix amt="70000"/>
            </a:blip>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5843016" y="950976"/>
            <a:ext cx="5586984" cy="5330952"/>
          </a:xfrm>
          <a:prstGeom prst="rect">
            <a:avLst/>
          </a:prstGeom>
        </p:spPr>
        <p:txBody>
          <a:bodyPr vert="horz" lIns="91440" tIns="45720" rIns="91440" bIns="45720" rtlCol="0" anchor="ctr">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lvl1pPr>
              <a:defRPr>
                <a:solidFill>
                  <a:schemeClr val="tx1"/>
                </a:solidFill>
              </a:defRPr>
            </a:lvl1p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lvl1pPr>
              <a:defRPr>
                <a:solidFill>
                  <a:schemeClr val="tx1"/>
                </a:solidFill>
              </a:defRPr>
            </a:lvl1p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lvl1pPr>
              <a:defRPr>
                <a:solidFill>
                  <a:schemeClr val="tx1"/>
                </a:solidFill>
              </a:defRPr>
            </a:lvl1pPr>
          </a:lstStyle>
          <a:p>
            <a:fld id="{9EC1A304-701C-41E4-B1CD-607E1F9CDC82}" type="datetime4">
              <a:rPr lang="en-US" smtClean="0"/>
              <a:t>December 21, 2025</a:t>
            </a:fld>
            <a:endParaRPr lang="en-US"/>
          </a:p>
        </p:txBody>
      </p:sp>
    </p:spTree>
    <p:extLst>
      <p:ext uri="{BB962C8B-B14F-4D97-AF65-F5344CB8AC3E}">
        <p14:creationId xmlns:p14="http://schemas.microsoft.com/office/powerpoint/2010/main" val="161502917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21792" y="832104"/>
            <a:ext cx="3026664" cy="1975104"/>
          </a:xfrm>
          <a:prstGeom prst="rect">
            <a:avLst/>
          </a:prstGeom>
        </p:spPr>
        <p:txBody>
          <a:bodyPr vert="horz" lIns="91440" tIns="45720" rIns="91440" bIns="45720" rtlCol="0" anchor="t">
            <a:normAutofit/>
          </a:bodyPr>
          <a:lstStyle>
            <a:lvl1pPr>
              <a:defRPr lang="en-US" sz="2600"/>
            </a:lvl1pPr>
          </a:lstStyle>
          <a:p>
            <a:pPr lvl="0">
              <a:lnSpc>
                <a:spcPct val="120000"/>
              </a:lnSpc>
            </a:pPr>
            <a:r>
              <a:rPr lang="en-US"/>
              <a:t>Click to edit Master title style</a:t>
            </a:r>
            <a:endParaRPr lang="en-US" dirty="0"/>
          </a:p>
        </p:txBody>
      </p:sp>
      <p:sp>
        <p:nvSpPr>
          <p:cNvPr id="4" name="Picture Placeholder 3">
            <a:extLst>
              <a:ext uri="{FF2B5EF4-FFF2-40B4-BE49-F238E27FC236}">
                <a16:creationId xmlns:a16="http://schemas.microsoft.com/office/drawing/2014/main" id="{B62DDFA9-B759-66BE-7432-9BA3B78BA115}"/>
              </a:ext>
            </a:extLst>
          </p:cNvPr>
          <p:cNvSpPr>
            <a:spLocks noGrp="1"/>
          </p:cNvSpPr>
          <p:nvPr>
            <p:ph type="pic" sz="quarter" idx="15" hasCustomPrompt="1"/>
          </p:nvPr>
        </p:nvSpPr>
        <p:spPr>
          <a:xfrm>
            <a:off x="749808" y="3127248"/>
            <a:ext cx="2752344" cy="2971800"/>
          </a:xfrm>
          <a:prstGeom prst="rect">
            <a:avLst/>
          </a:prstGeo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187952" y="832104"/>
            <a:ext cx="7159752" cy="5266944"/>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10" name="Footer Placeholder 9">
            <a:extLst>
              <a:ext uri="{FF2B5EF4-FFF2-40B4-BE49-F238E27FC236}">
                <a16:creationId xmlns:a16="http://schemas.microsoft.com/office/drawing/2014/main" id="{1132C641-BBC6-FDF1-6E07-A4ECB6F4E075}"/>
              </a:ext>
            </a:extLst>
          </p:cNvPr>
          <p:cNvSpPr>
            <a:spLocks noGrp="1"/>
          </p:cNvSpPr>
          <p:nvPr>
            <p:ph type="ftr" sz="quarter" idx="17"/>
          </p:nvPr>
        </p:nvSpPr>
        <p:spPr/>
        <p:txBody>
          <a:bodyPr/>
          <a:lstStyle/>
          <a:p>
            <a:pPr algn="r"/>
            <a:r>
              <a:rPr lang="en-US"/>
              <a:t>Sample Footer Text</a:t>
            </a:r>
          </a:p>
        </p:txBody>
      </p:sp>
      <p:sp>
        <p:nvSpPr>
          <p:cNvPr id="11" name="Slide Number Placeholder 10">
            <a:extLst>
              <a:ext uri="{FF2B5EF4-FFF2-40B4-BE49-F238E27FC236}">
                <a16:creationId xmlns:a16="http://schemas.microsoft.com/office/drawing/2014/main" id="{A269CA60-CDC8-6DFB-019E-C9EAC0FF936A}"/>
              </a:ext>
            </a:extLst>
          </p:cNvPr>
          <p:cNvSpPr>
            <a:spLocks noGrp="1"/>
          </p:cNvSpPr>
          <p:nvPr>
            <p:ph type="sldNum" sz="quarter" idx="18"/>
          </p:nvPr>
        </p:nvSpPr>
        <p:spPr/>
        <p:txBody>
          <a:bodyPr/>
          <a:lstStyle/>
          <a:p>
            <a:pPr algn="ctr"/>
            <a:fld id="{8D252C1B-CBF0-4A4D-8F57-7FB989103249}" type="slidenum">
              <a:rPr lang="en-US" smtClean="0"/>
              <a:pPr algn="ctr"/>
              <a:t>‹#›</a:t>
            </a:fld>
            <a:endParaRPr lang="en-US"/>
          </a:p>
        </p:txBody>
      </p:sp>
      <p:sp>
        <p:nvSpPr>
          <p:cNvPr id="9" name="Date Placeholder 8">
            <a:extLst>
              <a:ext uri="{FF2B5EF4-FFF2-40B4-BE49-F238E27FC236}">
                <a16:creationId xmlns:a16="http://schemas.microsoft.com/office/drawing/2014/main" id="{EA71B670-6276-528F-4109-EE99F8B6D502}"/>
              </a:ext>
            </a:extLst>
          </p:cNvPr>
          <p:cNvSpPr>
            <a:spLocks noGrp="1"/>
          </p:cNvSpPr>
          <p:nvPr>
            <p:ph type="dt" sz="half" idx="16"/>
          </p:nvPr>
        </p:nvSpPr>
        <p:spPr/>
        <p:txBody>
          <a:bodyPr/>
          <a:lstStyle/>
          <a:p>
            <a:fld id="{1995FD63-C051-4851-A820-8DDBF241CA60}" type="datetime4">
              <a:rPr lang="en-US" smtClean="0"/>
              <a:t>December 21, 2025</a:t>
            </a:fld>
            <a:endParaRPr lang="en-US"/>
          </a:p>
        </p:txBody>
      </p:sp>
    </p:spTree>
    <p:extLst>
      <p:ext uri="{BB962C8B-B14F-4D97-AF65-F5344CB8AC3E}">
        <p14:creationId xmlns:p14="http://schemas.microsoft.com/office/powerpoint/2010/main" val="123274501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Number Large">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6F16E8A-F858-76B7-7703-ABB82298AB22}"/>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0E65EC-69D1-FAC9-D6E5-6E8A2AB82A01}"/>
              </a:ext>
            </a:extLst>
          </p:cNvPr>
          <p:cNvSpPr>
            <a:spLocks noGrp="1"/>
          </p:cNvSpPr>
          <p:nvPr>
            <p:ph type="title"/>
          </p:nvPr>
        </p:nvSpPr>
        <p:spPr>
          <a:xfrm>
            <a:off x="2331720" y="4828032"/>
            <a:ext cx="7525512" cy="1545336"/>
          </a:xfrm>
        </p:spPr>
        <p:txBody>
          <a:bodyPr anchor="t">
            <a:normAutofit/>
          </a:bodyPr>
          <a:lstStyle>
            <a:lvl1pPr marL="0" algn="ctr">
              <a:lnSpc>
                <a:spcPct val="130000"/>
              </a:lnSpc>
              <a:spcBef>
                <a:spcPts val="0"/>
              </a:spcBef>
              <a:defRPr sz="2800" b="0" cap="none" spc="0" baseline="0">
                <a:solidFill>
                  <a:schemeClr val="tx1"/>
                </a:solidFill>
                <a:latin typeface="+mn-lt"/>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E207DB61-BE6C-9AEA-49B9-291425132BD9}"/>
              </a:ext>
            </a:extLst>
          </p:cNvPr>
          <p:cNvSpPr>
            <a:spLocks noGrp="1"/>
          </p:cNvSpPr>
          <p:nvPr>
            <p:ph sz="quarter" idx="13" hasCustomPrompt="1"/>
          </p:nvPr>
        </p:nvSpPr>
        <p:spPr>
          <a:xfrm>
            <a:off x="822960" y="548640"/>
            <a:ext cx="10543032" cy="4114800"/>
          </a:xfrm>
        </p:spPr>
        <p:txBody>
          <a:bodyPr anchor="b">
            <a:normAutofit/>
          </a:bodyPr>
          <a:lstStyle>
            <a:lvl1pPr marL="0" indent="0" algn="ctr">
              <a:lnSpc>
                <a:spcPct val="120000"/>
              </a:lnSpc>
              <a:spcBef>
                <a:spcPts val="0"/>
              </a:spcBef>
              <a:buNone/>
              <a:defRPr sz="23200" b="1" spc="500" baseline="0">
                <a:solidFill>
                  <a:schemeClr val="tx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a:t>
            </a:r>
          </a:p>
        </p:txBody>
      </p:sp>
      <p:sp>
        <p:nvSpPr>
          <p:cNvPr id="3" name="Footer Placeholder 2">
            <a:extLst>
              <a:ext uri="{FF2B5EF4-FFF2-40B4-BE49-F238E27FC236}">
                <a16:creationId xmlns:a16="http://schemas.microsoft.com/office/drawing/2014/main" id="{47D970E4-89C7-FDD7-2F15-A6B821976CD9}"/>
              </a:ext>
            </a:extLst>
          </p:cNvPr>
          <p:cNvSpPr>
            <a:spLocks noGrp="1"/>
          </p:cNvSpPr>
          <p:nvPr>
            <p:ph type="ftr" sz="quarter" idx="10"/>
          </p:nvPr>
        </p:nvSpPr>
        <p:spPr/>
        <p:txBody>
          <a:bodyPr/>
          <a:lstStyle>
            <a:lvl1pPr>
              <a:defRPr>
                <a:solidFill>
                  <a:schemeClr val="tx1"/>
                </a:solidFill>
              </a:defRPr>
            </a:lvl1pPr>
          </a:lstStyle>
          <a:p>
            <a:r>
              <a:rPr lang="en-US"/>
              <a:t>Sample Footer Text</a:t>
            </a:r>
          </a:p>
        </p:txBody>
      </p:sp>
      <p:sp>
        <p:nvSpPr>
          <p:cNvPr id="4" name="Slide Number Placeholder 3">
            <a:extLst>
              <a:ext uri="{FF2B5EF4-FFF2-40B4-BE49-F238E27FC236}">
                <a16:creationId xmlns:a16="http://schemas.microsoft.com/office/drawing/2014/main" id="{E7721770-26D7-706F-0EDB-A445E203E012}"/>
              </a:ext>
            </a:extLst>
          </p:cNvPr>
          <p:cNvSpPr>
            <a:spLocks noGrp="1"/>
          </p:cNvSpPr>
          <p:nvPr>
            <p:ph type="sldNum" sz="quarter" idx="11"/>
          </p:nvPr>
        </p:nvSpPr>
        <p:spPr/>
        <p:txBody>
          <a:bodyPr/>
          <a:lstStyle>
            <a:lvl1pPr>
              <a:defRPr>
                <a:solidFill>
                  <a:schemeClr val="tx1"/>
                </a:solidFill>
              </a:defRPr>
            </a:lvl1pPr>
          </a:lstStyle>
          <a:p>
            <a:fld id="{8D252C1B-CBF0-4A4D-8F57-7FB989103249}" type="slidenum">
              <a:rPr lang="en-US" smtClean="0"/>
              <a:pPr/>
              <a:t>‹#›</a:t>
            </a:fld>
            <a:endParaRPr lang="en-US"/>
          </a:p>
        </p:txBody>
      </p:sp>
      <p:sp>
        <p:nvSpPr>
          <p:cNvPr id="5" name="Date Placeholder 4">
            <a:extLst>
              <a:ext uri="{FF2B5EF4-FFF2-40B4-BE49-F238E27FC236}">
                <a16:creationId xmlns:a16="http://schemas.microsoft.com/office/drawing/2014/main" id="{BC55A4EF-CED2-308E-B4C9-D9B9653D2AD1}"/>
              </a:ext>
            </a:extLst>
          </p:cNvPr>
          <p:cNvSpPr>
            <a:spLocks noGrp="1"/>
          </p:cNvSpPr>
          <p:nvPr>
            <p:ph type="dt" sz="half" idx="12"/>
          </p:nvPr>
        </p:nvSpPr>
        <p:spPr/>
        <p:txBody>
          <a:bodyPr/>
          <a:lstStyle>
            <a:lvl1pPr>
              <a:defRPr>
                <a:solidFill>
                  <a:schemeClr val="tx1"/>
                </a:solidFill>
              </a:defRPr>
            </a:lvl1pPr>
          </a:lstStyle>
          <a:p>
            <a:fld id="{B78997B2-9003-48CD-B83A-C903A0638E6F}" type="datetime4">
              <a:rPr lang="en-US" smtClean="0"/>
              <a:t>December 21, 2025</a:t>
            </a:fld>
            <a:endParaRPr lang="en-US"/>
          </a:p>
        </p:txBody>
      </p:sp>
    </p:spTree>
    <p:extLst>
      <p:ext uri="{BB962C8B-B14F-4D97-AF65-F5344CB8AC3E}">
        <p14:creationId xmlns:p14="http://schemas.microsoft.com/office/powerpoint/2010/main" val="2809540061"/>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umber Large 2">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043AE59-31BF-4CD0-B64D-488B187044AD}"/>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4FEF9AB3-605A-C45F-3FFA-AEF6C0D87134}"/>
              </a:ext>
              <a:ext uri="{C183D7F6-B498-43B3-948B-1728B52AA6E4}">
                <adec:decorative xmlns:adec="http://schemas.microsoft.com/office/drawing/2017/decorative" val="1"/>
              </a:ext>
            </a:extLst>
          </p:cNvPr>
          <p:cNvSpPr/>
          <p:nvPr/>
        </p:nvSpPr>
        <p:spPr>
          <a:xfrm>
            <a:off x="829587" y="753291"/>
            <a:ext cx="5356272" cy="5356272"/>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7640B12-A59E-654A-6E7E-8CBC32CC5C12}"/>
              </a:ext>
            </a:extLst>
          </p:cNvPr>
          <p:cNvSpPr>
            <a:spLocks noGrp="1"/>
          </p:cNvSpPr>
          <p:nvPr>
            <p:ph type="title"/>
          </p:nvPr>
        </p:nvSpPr>
        <p:spPr>
          <a:xfrm>
            <a:off x="7132320" y="1481328"/>
            <a:ext cx="3977640" cy="3886200"/>
          </a:xfrm>
        </p:spPr>
        <p:txBody>
          <a:bodyPr anchor="ctr"/>
          <a:lstStyle>
            <a:lvl1pPr algn="ctr">
              <a:spcBef>
                <a:spcPts val="1000"/>
              </a:spcBef>
              <a:defRPr b="0" cap="none" spc="0" baseline="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8AA62E67-6EFE-A657-9851-29A1E17F2C61}"/>
              </a:ext>
            </a:extLst>
          </p:cNvPr>
          <p:cNvSpPr>
            <a:spLocks noGrp="1"/>
          </p:cNvSpPr>
          <p:nvPr>
            <p:ph sz="quarter" idx="13" hasCustomPrompt="1"/>
          </p:nvPr>
        </p:nvSpPr>
        <p:spPr>
          <a:xfrm>
            <a:off x="1005840" y="1399032"/>
            <a:ext cx="5029200" cy="3886200"/>
          </a:xfrm>
        </p:spPr>
        <p:txBody>
          <a:bodyPr anchor="ctr">
            <a:normAutofit/>
          </a:bodyPr>
          <a:lstStyle>
            <a:lvl1pPr marL="0" indent="0" algn="ctr">
              <a:lnSpc>
                <a:spcPct val="120000"/>
              </a:lnSpc>
              <a:spcBef>
                <a:spcPts val="0"/>
              </a:spcBef>
              <a:buNone/>
              <a:defRPr sz="16500" b="1" spc="500" baseline="0">
                <a:solidFill>
                  <a:schemeClr val="bg1"/>
                </a:solidFill>
                <a:latin typeface="+mj-lt"/>
              </a:defRPr>
            </a:lvl1pPr>
            <a:lvl2pPr marL="228600" indent="0">
              <a:buNone/>
              <a:defRPr/>
            </a:lvl2pPr>
          </a:lstStyle>
          <a:p>
            <a:pPr lvl="0"/>
            <a:r>
              <a:rPr lang="en-US" dirty="0"/>
              <a:t>##%</a:t>
            </a:r>
          </a:p>
        </p:txBody>
      </p:sp>
      <p:sp>
        <p:nvSpPr>
          <p:cNvPr id="3" name="Footer Placeholder 2">
            <a:extLst>
              <a:ext uri="{FF2B5EF4-FFF2-40B4-BE49-F238E27FC236}">
                <a16:creationId xmlns:a16="http://schemas.microsoft.com/office/drawing/2014/main" id="{980B5812-D54A-2810-00A5-4B3384EA458C}"/>
              </a:ext>
            </a:extLst>
          </p:cNvPr>
          <p:cNvSpPr>
            <a:spLocks noGrp="1"/>
          </p:cNvSpPr>
          <p:nvPr>
            <p:ph type="ftr" sz="quarter" idx="10"/>
          </p:nvPr>
        </p:nvSpPr>
        <p:spPr/>
        <p:txBody>
          <a:bodyPr/>
          <a:lstStyle>
            <a:lvl1pPr>
              <a:defRPr>
                <a:solidFill>
                  <a:schemeClr val="tx1"/>
                </a:solidFill>
              </a:defRPr>
            </a:lvl1pPr>
          </a:lstStyle>
          <a:p>
            <a:r>
              <a:rPr lang="en-US"/>
              <a:t>Sample Footer Text</a:t>
            </a:r>
          </a:p>
        </p:txBody>
      </p:sp>
      <p:sp>
        <p:nvSpPr>
          <p:cNvPr id="4" name="Slide Number Placeholder 3">
            <a:extLst>
              <a:ext uri="{FF2B5EF4-FFF2-40B4-BE49-F238E27FC236}">
                <a16:creationId xmlns:a16="http://schemas.microsoft.com/office/drawing/2014/main" id="{FC0F3867-F89A-4A63-8E1F-30A9D8443513}"/>
              </a:ext>
            </a:extLst>
          </p:cNvPr>
          <p:cNvSpPr>
            <a:spLocks noGrp="1"/>
          </p:cNvSpPr>
          <p:nvPr>
            <p:ph type="sldNum" sz="quarter" idx="11"/>
          </p:nvPr>
        </p:nvSpPr>
        <p:spPr/>
        <p:txBody>
          <a:bodyPr/>
          <a:lstStyle>
            <a:lvl1pPr>
              <a:defRPr>
                <a:solidFill>
                  <a:schemeClr val="tx1"/>
                </a:solidFill>
              </a:defRPr>
            </a:lvl1pPr>
          </a:lstStyle>
          <a:p>
            <a:fld id="{8D252C1B-CBF0-4A4D-8F57-7FB989103249}" type="slidenum">
              <a:rPr lang="en-US" smtClean="0"/>
              <a:pPr/>
              <a:t>‹#›</a:t>
            </a:fld>
            <a:endParaRPr lang="en-US"/>
          </a:p>
        </p:txBody>
      </p:sp>
      <p:sp>
        <p:nvSpPr>
          <p:cNvPr id="5" name="Date Placeholder 4">
            <a:extLst>
              <a:ext uri="{FF2B5EF4-FFF2-40B4-BE49-F238E27FC236}">
                <a16:creationId xmlns:a16="http://schemas.microsoft.com/office/drawing/2014/main" id="{AAA9ED1A-DC2B-ED35-A437-746FE2AE3EFA}"/>
              </a:ext>
            </a:extLst>
          </p:cNvPr>
          <p:cNvSpPr>
            <a:spLocks noGrp="1"/>
          </p:cNvSpPr>
          <p:nvPr>
            <p:ph type="dt" sz="half" idx="12"/>
          </p:nvPr>
        </p:nvSpPr>
        <p:spPr/>
        <p:txBody>
          <a:bodyPr/>
          <a:lstStyle>
            <a:lvl1pPr>
              <a:defRPr>
                <a:solidFill>
                  <a:schemeClr val="tx1"/>
                </a:solidFill>
              </a:defRPr>
            </a:lvl1pPr>
          </a:lstStyle>
          <a:p>
            <a:fld id="{E231C0BD-AF59-4F1B-B4C9-58747A5032BD}" type="datetime4">
              <a:rPr lang="en-US" smtClean="0"/>
              <a:t>December 21, 2025</a:t>
            </a:fld>
            <a:endParaRPr lang="en-US"/>
          </a:p>
        </p:txBody>
      </p:sp>
    </p:spTree>
    <p:extLst>
      <p:ext uri="{BB962C8B-B14F-4D97-AF65-F5344CB8AC3E}">
        <p14:creationId xmlns:p14="http://schemas.microsoft.com/office/powerpoint/2010/main" val="269654719"/>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Number Larg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41F36-A966-D880-C890-0B3EA3C978B6}"/>
              </a:ext>
            </a:extLst>
          </p:cNvPr>
          <p:cNvSpPr>
            <a:spLocks noGrp="1"/>
          </p:cNvSpPr>
          <p:nvPr>
            <p:ph type="title"/>
          </p:nvPr>
        </p:nvSpPr>
        <p:spPr>
          <a:xfrm>
            <a:off x="621792" y="5157216"/>
            <a:ext cx="6931152" cy="1353312"/>
          </a:xfrm>
        </p:spPr>
        <p:txBody>
          <a:bodyPr vert="horz" lIns="91440" tIns="45720" rIns="91440" bIns="45720" rtlCol="0" anchor="ctr">
            <a:normAutofit/>
          </a:bodyPr>
          <a:lstStyle>
            <a:lvl1pPr>
              <a:defRPr lang="en-US" b="0" cap="none" spc="0" baseline="0" dirty="0">
                <a:latin typeface="+mn-lt"/>
              </a:defRPr>
            </a:lvl1pPr>
          </a:lstStyle>
          <a:p>
            <a:pPr lvl="0"/>
            <a:r>
              <a:rPr lang="en-US"/>
              <a:t>Click to edit Master title style</a:t>
            </a:r>
            <a:endParaRPr lang="en-US" dirty="0"/>
          </a:p>
        </p:txBody>
      </p:sp>
      <p:sp>
        <p:nvSpPr>
          <p:cNvPr id="7" name="Content Placeholder 6">
            <a:extLst>
              <a:ext uri="{FF2B5EF4-FFF2-40B4-BE49-F238E27FC236}">
                <a16:creationId xmlns:a16="http://schemas.microsoft.com/office/drawing/2014/main" id="{5B8CC9FE-E9AE-82C9-1D49-0568AE22C3A3}"/>
              </a:ext>
            </a:extLst>
          </p:cNvPr>
          <p:cNvSpPr>
            <a:spLocks noGrp="1"/>
          </p:cNvSpPr>
          <p:nvPr>
            <p:ph sz="quarter" idx="13" hasCustomPrompt="1"/>
          </p:nvPr>
        </p:nvSpPr>
        <p:spPr>
          <a:xfrm>
            <a:off x="621792" y="603504"/>
            <a:ext cx="10716768" cy="4206240"/>
          </a:xfrm>
        </p:spPr>
        <p:txBody>
          <a:bodyPr vert="horz" lIns="91440" tIns="45720" rIns="91440" bIns="45720" rtlCol="0" anchor="ctr">
            <a:normAutofit/>
          </a:bodyPr>
          <a:lstStyle>
            <a:lvl1pPr marL="0" indent="0">
              <a:lnSpc>
                <a:spcPct val="120000"/>
              </a:lnSpc>
              <a:spcBef>
                <a:spcPts val="0"/>
              </a:spcBef>
              <a:buNone/>
              <a:defRPr lang="en-US" sz="39000" b="1" spc="500" baseline="0" dirty="0">
                <a:latin typeface="+mj-lt"/>
              </a:defRPr>
            </a:lvl1pPr>
          </a:lstStyle>
          <a:p>
            <a:pPr lvl="0"/>
            <a:r>
              <a:rPr lang="en-US" dirty="0"/>
              <a:t>##%</a:t>
            </a:r>
          </a:p>
        </p:txBody>
      </p:sp>
      <p:sp>
        <p:nvSpPr>
          <p:cNvPr id="3" name="Footer Placeholder 2">
            <a:extLst>
              <a:ext uri="{FF2B5EF4-FFF2-40B4-BE49-F238E27FC236}">
                <a16:creationId xmlns:a16="http://schemas.microsoft.com/office/drawing/2014/main" id="{29FA889A-0E94-96F7-790B-F7EF9DDB147D}"/>
              </a:ext>
            </a:extLst>
          </p:cNvPr>
          <p:cNvSpPr>
            <a:spLocks noGrp="1"/>
          </p:cNvSpPr>
          <p:nvPr>
            <p:ph type="ftr" sz="quarter" idx="10"/>
          </p:nvPr>
        </p:nvSpPr>
        <p:spPr/>
        <p:txBody>
          <a:bodyPr/>
          <a:lstStyle/>
          <a:p>
            <a:pPr algn="r"/>
            <a:r>
              <a:rPr lang="en-US"/>
              <a:t>Sample Footer Text</a:t>
            </a:r>
          </a:p>
        </p:txBody>
      </p:sp>
      <p:sp>
        <p:nvSpPr>
          <p:cNvPr id="4" name="Slide Number Placeholder 3">
            <a:extLst>
              <a:ext uri="{FF2B5EF4-FFF2-40B4-BE49-F238E27FC236}">
                <a16:creationId xmlns:a16="http://schemas.microsoft.com/office/drawing/2014/main" id="{2E4FEE4D-78A2-B098-B481-6CC916DC93AF}"/>
              </a:ext>
            </a:extLst>
          </p:cNvPr>
          <p:cNvSpPr>
            <a:spLocks noGrp="1"/>
          </p:cNvSpPr>
          <p:nvPr>
            <p:ph type="sldNum" sz="quarter" idx="11"/>
          </p:nvPr>
        </p:nvSpPr>
        <p:spPr/>
        <p:txBody>
          <a:bodyPr/>
          <a:lstStyle/>
          <a:p>
            <a:pPr algn="ctr"/>
            <a:fld id="{8D252C1B-CBF0-4A4D-8F57-7FB989103249}" type="slidenum">
              <a:rPr lang="en-US" smtClean="0"/>
              <a:pPr algn="ctr"/>
              <a:t>‹#›</a:t>
            </a:fld>
            <a:endParaRPr lang="en-US"/>
          </a:p>
        </p:txBody>
      </p:sp>
      <p:sp>
        <p:nvSpPr>
          <p:cNvPr id="5" name="Date Placeholder 4">
            <a:extLst>
              <a:ext uri="{FF2B5EF4-FFF2-40B4-BE49-F238E27FC236}">
                <a16:creationId xmlns:a16="http://schemas.microsoft.com/office/drawing/2014/main" id="{625CB889-1611-4735-09D2-89114FF81E80}"/>
              </a:ext>
            </a:extLst>
          </p:cNvPr>
          <p:cNvSpPr>
            <a:spLocks noGrp="1"/>
          </p:cNvSpPr>
          <p:nvPr>
            <p:ph type="dt" sz="half" idx="12"/>
          </p:nvPr>
        </p:nvSpPr>
        <p:spPr/>
        <p:txBody>
          <a:bodyPr/>
          <a:lstStyle/>
          <a:p>
            <a:fld id="{116C72B1-0A2D-429D-B2B1-BF5B377D1D89}" type="datetime4">
              <a:rPr lang="en-US" smtClean="0"/>
              <a:t>December 21, 2025</a:t>
            </a:fld>
            <a:endParaRPr lang="en-US"/>
          </a:p>
        </p:txBody>
      </p:sp>
    </p:spTree>
    <p:extLst>
      <p:ext uri="{BB962C8B-B14F-4D97-AF65-F5344CB8AC3E}">
        <p14:creationId xmlns:p14="http://schemas.microsoft.com/office/powerpoint/2010/main" val="61228428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30936"/>
            <a:ext cx="8823960" cy="5605272"/>
          </a:xfrm>
          <a:prstGeom prst="rect">
            <a:avLst/>
          </a:prstGeom>
        </p:spPr>
        <p:txBody>
          <a:bodyPr anchor="ctr">
            <a:normAutofit/>
          </a:bodyPr>
          <a:lstStyle>
            <a:lvl1pPr marL="0" indent="0">
              <a:lnSpc>
                <a:spcPct val="100000"/>
              </a:lnSpc>
              <a:buNone/>
              <a:defRPr sz="6600" b="1">
                <a:latin typeface="+mj-lt"/>
              </a:defRPr>
            </a:lvl1pPr>
            <a:lvl2pPr marL="228600" indent="0">
              <a:lnSpc>
                <a:spcPct val="100000"/>
              </a:lnSpc>
              <a:buNone/>
              <a:defRPr sz="6000" b="1">
                <a:latin typeface="+mj-lt"/>
              </a:defRPr>
            </a:lvl2pPr>
            <a:lvl3pPr marL="457200" indent="0">
              <a:lnSpc>
                <a:spcPct val="100000"/>
              </a:lnSpc>
              <a:buNone/>
              <a:defRPr sz="5400" b="1">
                <a:latin typeface="+mj-lt"/>
              </a:defRPr>
            </a:lvl3pPr>
            <a:lvl4pPr marL="685800" indent="0">
              <a:lnSpc>
                <a:spcPct val="100000"/>
              </a:lnSpc>
              <a:buNone/>
              <a:defRPr sz="4800" b="1">
                <a:latin typeface="+mj-lt"/>
              </a:defRPr>
            </a:lvl4pPr>
            <a:lvl5pPr marL="914400" indent="0">
              <a:lnSpc>
                <a:spcPct val="100000"/>
              </a:lnSpc>
              <a:buNone/>
              <a:defRPr sz="4400" b="1">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a16="http://schemas.microsoft.com/office/drawing/2014/main" id="{C238DD6E-BA45-325F-FC98-6AB079993A27}"/>
              </a:ext>
            </a:extLst>
          </p:cNvPr>
          <p:cNvSpPr>
            <a:spLocks noGrp="1"/>
          </p:cNvSpPr>
          <p:nvPr>
            <p:ph type="ftr" sz="quarter" idx="15"/>
          </p:nvPr>
        </p:nvSpPr>
        <p:spPr/>
        <p:txBody>
          <a:bodyPr/>
          <a:lstStyle/>
          <a:p>
            <a:pPr algn="r"/>
            <a:r>
              <a:rPr lang="en-US"/>
              <a:t>Sample Footer Text</a:t>
            </a:r>
          </a:p>
        </p:txBody>
      </p:sp>
      <p:sp>
        <p:nvSpPr>
          <p:cNvPr id="9" name="Slide Number Placeholder 8">
            <a:extLst>
              <a:ext uri="{FF2B5EF4-FFF2-40B4-BE49-F238E27FC236}">
                <a16:creationId xmlns:a16="http://schemas.microsoft.com/office/drawing/2014/main" id="{84561359-17E3-A6CE-455E-CE886396C407}"/>
              </a:ext>
            </a:extLst>
          </p:cNvPr>
          <p:cNvSpPr>
            <a:spLocks noGrp="1"/>
          </p:cNvSpPr>
          <p:nvPr>
            <p:ph type="sldNum" sz="quarter" idx="16"/>
          </p:nvPr>
        </p:nvSpPr>
        <p:spPr/>
        <p:txBody>
          <a:bodyPr/>
          <a:lstStyle/>
          <a:p>
            <a:pPr algn="ctr"/>
            <a:fld id="{8D252C1B-CBF0-4A4D-8F57-7FB989103249}" type="slidenum">
              <a:rPr lang="en-US" smtClean="0"/>
              <a:pPr algn="ctr"/>
              <a:t>‹#›</a:t>
            </a:fld>
            <a:endParaRPr lang="en-US"/>
          </a:p>
        </p:txBody>
      </p:sp>
      <p:sp>
        <p:nvSpPr>
          <p:cNvPr id="6" name="Date Placeholder 5">
            <a:extLst>
              <a:ext uri="{FF2B5EF4-FFF2-40B4-BE49-F238E27FC236}">
                <a16:creationId xmlns:a16="http://schemas.microsoft.com/office/drawing/2014/main" id="{3B755257-CD66-9127-946E-3A75867E9B50}"/>
              </a:ext>
            </a:extLst>
          </p:cNvPr>
          <p:cNvSpPr>
            <a:spLocks noGrp="1"/>
          </p:cNvSpPr>
          <p:nvPr>
            <p:ph type="dt" sz="half" idx="14"/>
          </p:nvPr>
        </p:nvSpPr>
        <p:spPr/>
        <p:txBody>
          <a:bodyPr/>
          <a:lstStyle/>
          <a:p>
            <a:fld id="{F4CD7DA1-433E-4F42-9B26-CF2D550CE4CE}" type="datetime4">
              <a:rPr lang="en-US" smtClean="0"/>
              <a:t>December 21, 2025</a:t>
            </a:fld>
            <a:endParaRPr lang="en-US"/>
          </a:p>
        </p:txBody>
      </p:sp>
    </p:spTree>
    <p:extLst>
      <p:ext uri="{BB962C8B-B14F-4D97-AF65-F5344CB8AC3E}">
        <p14:creationId xmlns:p14="http://schemas.microsoft.com/office/powerpoint/2010/main" val="217422574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2">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CDCB91B-F7AB-C799-1090-5C309D0D60A3}"/>
              </a:ext>
            </a:extLst>
          </p:cNvPr>
          <p:cNvSpPr/>
          <p:nvPr/>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D52DDDF4-404D-D47E-DF36-45AD969EF656}"/>
              </a:ext>
              <a:ext uri="{C183D7F6-B498-43B3-948B-1728B52AA6E4}">
                <adec:decorative xmlns:adec="http://schemas.microsoft.com/office/drawing/2017/decorative" val="1"/>
              </a:ext>
            </a:extLst>
          </p:cNvPr>
          <p:cNvSpPr/>
          <p:nvPr/>
        </p:nvSpPr>
        <p:spPr>
          <a:xfrm>
            <a:off x="762000" y="762000"/>
            <a:ext cx="10668000" cy="533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345996" y="1243585"/>
            <a:ext cx="9363456" cy="4352544"/>
          </a:xfrm>
          <a:prstGeom prst="rect">
            <a:avLst/>
          </a:prstGeom>
        </p:spPr>
        <p:txBody>
          <a:bodyPr anchor="b">
            <a:normAutofit/>
          </a:bodyPr>
          <a:lstStyle>
            <a:lvl1pPr marL="0" indent="0">
              <a:lnSpc>
                <a:spcPct val="100000"/>
              </a:lnSpc>
              <a:buNone/>
              <a:defRPr sz="5400" b="1">
                <a:solidFill>
                  <a:schemeClr val="tx1"/>
                </a:solidFill>
                <a:latin typeface="+mj-lt"/>
              </a:defRPr>
            </a:lvl1pPr>
            <a:lvl2pPr marL="228600" indent="0">
              <a:lnSpc>
                <a:spcPct val="100000"/>
              </a:lnSpc>
              <a:buNone/>
              <a:defRPr sz="4800" b="1">
                <a:solidFill>
                  <a:schemeClr val="tx1"/>
                </a:solidFill>
                <a:latin typeface="+mj-lt"/>
              </a:defRPr>
            </a:lvl2pPr>
            <a:lvl3pPr marL="457200" indent="0">
              <a:lnSpc>
                <a:spcPct val="100000"/>
              </a:lnSpc>
              <a:buNone/>
              <a:defRPr sz="4400" b="1">
                <a:solidFill>
                  <a:schemeClr val="tx1"/>
                </a:solidFill>
                <a:latin typeface="+mj-lt"/>
              </a:defRPr>
            </a:lvl3pPr>
            <a:lvl4pPr marL="685800" indent="0">
              <a:lnSpc>
                <a:spcPct val="100000"/>
              </a:lnSpc>
              <a:buNone/>
              <a:defRPr sz="4000" b="1">
                <a:solidFill>
                  <a:schemeClr val="tx1"/>
                </a:solidFill>
                <a:latin typeface="+mj-lt"/>
              </a:defRPr>
            </a:lvl4pPr>
            <a:lvl5pPr marL="914400" indent="0">
              <a:lnSpc>
                <a:spcPct val="100000"/>
              </a:lnSpc>
              <a:buNone/>
              <a:defRPr sz="3600" b="1">
                <a:solidFill>
                  <a:schemeClr val="tx1"/>
                </a:solidFill>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8">
            <a:extLst>
              <a:ext uri="{FF2B5EF4-FFF2-40B4-BE49-F238E27FC236}">
                <a16:creationId xmlns:a16="http://schemas.microsoft.com/office/drawing/2014/main" id="{7BF4B512-F99C-D9B7-72D2-817D72EBA2DB}"/>
              </a:ext>
            </a:extLst>
          </p:cNvPr>
          <p:cNvSpPr>
            <a:spLocks noGrp="1"/>
          </p:cNvSpPr>
          <p:nvPr>
            <p:ph type="ftr" sz="quarter" idx="15"/>
          </p:nvPr>
        </p:nvSpPr>
        <p:spPr/>
        <p:txBody>
          <a:bodyPr/>
          <a:lstStyle>
            <a:lvl1pPr>
              <a:defRPr>
                <a:solidFill>
                  <a:schemeClr val="bg1"/>
                </a:solidFill>
              </a:defRPr>
            </a:lvl1pPr>
          </a:lstStyle>
          <a:p>
            <a:r>
              <a:rPr lang="en-US"/>
              <a:t>Sample Footer Text</a:t>
            </a:r>
            <a:endParaRPr lang="en-US" dirty="0"/>
          </a:p>
        </p:txBody>
      </p:sp>
      <p:sp>
        <p:nvSpPr>
          <p:cNvPr id="10" name="Slide Number Placeholder 9">
            <a:extLst>
              <a:ext uri="{FF2B5EF4-FFF2-40B4-BE49-F238E27FC236}">
                <a16:creationId xmlns:a16="http://schemas.microsoft.com/office/drawing/2014/main" id="{63845CAD-AC7C-64D8-6E51-EE79214F6F82}"/>
              </a:ext>
            </a:extLst>
          </p:cNvPr>
          <p:cNvSpPr>
            <a:spLocks noGrp="1"/>
          </p:cNvSpPr>
          <p:nvPr>
            <p:ph type="sldNum" sz="quarter" idx="16"/>
          </p:nvPr>
        </p:nvSpPr>
        <p:spPr/>
        <p:txBody>
          <a:bodyPr/>
          <a:lstStyle>
            <a:lvl1pPr>
              <a:defRPr>
                <a:solidFill>
                  <a:schemeClr val="bg1"/>
                </a:solidFill>
              </a:defRPr>
            </a:lvl1pPr>
          </a:lstStyle>
          <a:p>
            <a:fld id="{8D252C1B-CBF0-4A4D-8F57-7FB989103249}" type="slidenum">
              <a:rPr lang="en-US" smtClean="0"/>
              <a:pPr/>
              <a:t>‹#›</a:t>
            </a:fld>
            <a:endParaRPr lang="en-US"/>
          </a:p>
        </p:txBody>
      </p:sp>
      <p:sp>
        <p:nvSpPr>
          <p:cNvPr id="8" name="Date Placeholder 7">
            <a:extLst>
              <a:ext uri="{FF2B5EF4-FFF2-40B4-BE49-F238E27FC236}">
                <a16:creationId xmlns:a16="http://schemas.microsoft.com/office/drawing/2014/main" id="{C50EBA60-CA19-124A-5E9C-A6B0920F6C60}"/>
              </a:ext>
            </a:extLst>
          </p:cNvPr>
          <p:cNvSpPr>
            <a:spLocks noGrp="1"/>
          </p:cNvSpPr>
          <p:nvPr>
            <p:ph type="dt" sz="half" idx="14"/>
          </p:nvPr>
        </p:nvSpPr>
        <p:spPr/>
        <p:txBody>
          <a:bodyPr/>
          <a:lstStyle>
            <a:lvl1pPr>
              <a:defRPr>
                <a:solidFill>
                  <a:schemeClr val="bg1"/>
                </a:solidFill>
              </a:defRPr>
            </a:lvl1pPr>
          </a:lstStyle>
          <a:p>
            <a:fld id="{83AB15FE-21A4-45E6-A659-0B78C0AFE145}" type="datetime4">
              <a:rPr lang="en-US" smtClean="0"/>
              <a:t>December 21, 2025</a:t>
            </a:fld>
            <a:endParaRPr lang="en-US"/>
          </a:p>
        </p:txBody>
      </p:sp>
    </p:spTree>
    <p:extLst>
      <p:ext uri="{BB962C8B-B14F-4D97-AF65-F5344CB8AC3E}">
        <p14:creationId xmlns:p14="http://schemas.microsoft.com/office/powerpoint/2010/main" val="547053885"/>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3">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8E9CBC3-FB2F-021E-EC50-10053B0965CA}"/>
              </a:ext>
            </a:extLst>
          </p:cNvPr>
          <p:cNvSpPr/>
          <p:nvPr/>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8537E67D-6FAD-0A99-C787-882ED71E23B1}"/>
              </a:ext>
              <a:ext uri="{C183D7F6-B498-43B3-948B-1728B52AA6E4}">
                <adec:decorative xmlns:adec="http://schemas.microsoft.com/office/drawing/2017/decorative" val="1"/>
              </a:ext>
            </a:extLst>
          </p:cNvPr>
          <p:cNvSpPr/>
          <p:nvPr/>
        </p:nvSpPr>
        <p:spPr>
          <a:xfrm>
            <a:off x="762000" y="762000"/>
            <a:ext cx="10668000" cy="533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678305" y="1725930"/>
            <a:ext cx="8835390" cy="3406140"/>
          </a:xfrm>
          <a:prstGeom prst="rect">
            <a:avLst/>
          </a:prstGeom>
        </p:spPr>
        <p:txBody>
          <a:bodyPr anchor="ctr">
            <a:normAutofit/>
          </a:bodyPr>
          <a:lstStyle>
            <a:lvl1pPr marL="0" indent="0" algn="ctr">
              <a:lnSpc>
                <a:spcPct val="120000"/>
              </a:lnSpc>
              <a:buNone/>
              <a:defRPr sz="2800" b="1" cap="all" spc="400" baseline="0">
                <a:solidFill>
                  <a:schemeClr val="tx1"/>
                </a:solidFill>
                <a:latin typeface="+mj-lt"/>
              </a:defRPr>
            </a:lvl1pPr>
            <a:lvl2pPr marL="228600" indent="0" algn="ctr">
              <a:lnSpc>
                <a:spcPct val="120000"/>
              </a:lnSpc>
              <a:buNone/>
              <a:defRPr sz="2400" b="1" cap="all" spc="400" baseline="0">
                <a:solidFill>
                  <a:schemeClr val="tx1"/>
                </a:solidFill>
                <a:latin typeface="+mj-lt"/>
              </a:defRPr>
            </a:lvl2pPr>
            <a:lvl3pPr marL="457200" indent="0" algn="ctr">
              <a:lnSpc>
                <a:spcPct val="120000"/>
              </a:lnSpc>
              <a:buNone/>
              <a:defRPr sz="2000" b="1" cap="all" spc="400" baseline="0">
                <a:solidFill>
                  <a:schemeClr val="tx1"/>
                </a:solidFill>
                <a:latin typeface="+mj-lt"/>
              </a:defRPr>
            </a:lvl3pPr>
            <a:lvl4pPr marL="685800" indent="0" algn="ctr">
              <a:lnSpc>
                <a:spcPct val="120000"/>
              </a:lnSpc>
              <a:buNone/>
              <a:defRPr sz="1800" b="1" cap="all" spc="400" baseline="0">
                <a:solidFill>
                  <a:schemeClr val="tx1"/>
                </a:solidFill>
                <a:latin typeface="+mj-lt"/>
              </a:defRPr>
            </a:lvl4pPr>
            <a:lvl5pPr marL="914400" indent="0" algn="ctr">
              <a:lnSpc>
                <a:spcPct val="120000"/>
              </a:lnSpc>
              <a:buNone/>
              <a:defRPr sz="1600" b="1" cap="all" spc="400" baseline="0">
                <a:solidFill>
                  <a:schemeClr val="tx1"/>
                </a:solidFill>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33DE137C-5ECC-1E5D-1B32-66980AF57C90}"/>
              </a:ext>
            </a:extLst>
          </p:cNvPr>
          <p:cNvSpPr>
            <a:spLocks noGrp="1"/>
          </p:cNvSpPr>
          <p:nvPr>
            <p:ph type="ftr" sz="quarter" idx="15"/>
          </p:nvPr>
        </p:nvSpPr>
        <p:spPr/>
        <p:txBody>
          <a:bodyPr/>
          <a:lstStyle>
            <a:lvl1pPr>
              <a:defRPr>
                <a:solidFill>
                  <a:schemeClr val="bg1"/>
                </a:solidFill>
              </a:defRPr>
            </a:lvl1pPr>
          </a:lstStyle>
          <a:p>
            <a:r>
              <a:rPr lang="en-US"/>
              <a:t>Sample Footer Text</a:t>
            </a:r>
            <a:endParaRPr lang="en-US" dirty="0"/>
          </a:p>
        </p:txBody>
      </p:sp>
      <p:sp>
        <p:nvSpPr>
          <p:cNvPr id="6" name="Slide Number Placeholder 5">
            <a:extLst>
              <a:ext uri="{FF2B5EF4-FFF2-40B4-BE49-F238E27FC236}">
                <a16:creationId xmlns:a16="http://schemas.microsoft.com/office/drawing/2014/main" id="{F449DE64-06FD-C076-B922-72AA597784C2}"/>
              </a:ext>
            </a:extLst>
          </p:cNvPr>
          <p:cNvSpPr>
            <a:spLocks noGrp="1"/>
          </p:cNvSpPr>
          <p:nvPr>
            <p:ph type="sldNum" sz="quarter" idx="16"/>
          </p:nvPr>
        </p:nvSpPr>
        <p:spPr/>
        <p:txBody>
          <a:bodyPr/>
          <a:lstStyle>
            <a:lvl1pPr>
              <a:defRPr>
                <a:solidFill>
                  <a:schemeClr val="bg1"/>
                </a:solidFill>
              </a:defRPr>
            </a:lvl1pPr>
          </a:lstStyle>
          <a:p>
            <a:fld id="{8D252C1B-CBF0-4A4D-8F57-7FB989103249}" type="slidenum">
              <a:rPr lang="en-US" smtClean="0"/>
              <a:pPr/>
              <a:t>‹#›</a:t>
            </a:fld>
            <a:endParaRPr lang="en-US"/>
          </a:p>
        </p:txBody>
      </p:sp>
      <p:sp>
        <p:nvSpPr>
          <p:cNvPr id="4" name="Date Placeholder 3">
            <a:extLst>
              <a:ext uri="{FF2B5EF4-FFF2-40B4-BE49-F238E27FC236}">
                <a16:creationId xmlns:a16="http://schemas.microsoft.com/office/drawing/2014/main" id="{9B256F58-A38D-4FF6-B9F8-7CB586DD10DF}"/>
              </a:ext>
            </a:extLst>
          </p:cNvPr>
          <p:cNvSpPr>
            <a:spLocks noGrp="1"/>
          </p:cNvSpPr>
          <p:nvPr>
            <p:ph type="dt" sz="half" idx="14"/>
          </p:nvPr>
        </p:nvSpPr>
        <p:spPr/>
        <p:txBody>
          <a:bodyPr/>
          <a:lstStyle>
            <a:lvl1pPr>
              <a:defRPr>
                <a:solidFill>
                  <a:schemeClr val="bg1"/>
                </a:solidFill>
              </a:defRPr>
            </a:lvl1pPr>
          </a:lstStyle>
          <a:p>
            <a:fld id="{6278CC93-B0F3-4283-8974-85855996F404}" type="datetime4">
              <a:rPr lang="en-US" smtClean="0"/>
              <a:t>December 21, 2025</a:t>
            </a:fld>
            <a:endParaRPr lang="en-US"/>
          </a:p>
        </p:txBody>
      </p:sp>
    </p:spTree>
    <p:extLst>
      <p:ext uri="{BB962C8B-B14F-4D97-AF65-F5344CB8AC3E}">
        <p14:creationId xmlns:p14="http://schemas.microsoft.com/office/powerpoint/2010/main" val="357035756"/>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Quote">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0B047BF-CD59-858F-FEF7-4BA0796EAB44}"/>
              </a:ext>
            </a:extLst>
          </p:cNvPr>
          <p:cNvSpPr/>
          <p:nvPr/>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047B0D95-DF22-57F5-3C15-D2F909A7A2BD}"/>
              </a:ext>
              <a:ext uri="{C183D7F6-B498-43B3-948B-1728B52AA6E4}">
                <adec:decorative xmlns:adec="http://schemas.microsoft.com/office/drawing/2017/decorative" val="1"/>
              </a:ext>
            </a:extLst>
          </p:cNvPr>
          <p:cNvSpPr/>
          <p:nvPr/>
        </p:nvSpPr>
        <p:spPr>
          <a:xfrm>
            <a:off x="762000" y="762000"/>
            <a:ext cx="10668000" cy="533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7D90803-9DC8-DCE0-C7B4-CC97922ED804}"/>
              </a:ext>
            </a:extLst>
          </p:cNvPr>
          <p:cNvSpPr>
            <a:spLocks noGrp="1"/>
          </p:cNvSpPr>
          <p:nvPr>
            <p:ph type="title" hasCustomPrompt="1"/>
          </p:nvPr>
        </p:nvSpPr>
        <p:spPr>
          <a:xfrm>
            <a:off x="1472184" y="5148072"/>
            <a:ext cx="8887968" cy="594360"/>
          </a:xfrm>
        </p:spPr>
        <p:txBody>
          <a:bodyPr anchor="ctr">
            <a:normAutofit/>
          </a:bodyPr>
          <a:lstStyle>
            <a:lvl1pPr>
              <a:defRPr sz="1800" cap="none" spc="0" baseline="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898352C0-F184-BC65-77D9-FE1CE18255C4}"/>
              </a:ext>
            </a:extLst>
          </p:cNvPr>
          <p:cNvSpPr>
            <a:spLocks noGrp="1"/>
          </p:cNvSpPr>
          <p:nvPr>
            <p:ph sz="quarter" idx="13" hasCustomPrompt="1"/>
          </p:nvPr>
        </p:nvSpPr>
        <p:spPr>
          <a:xfrm>
            <a:off x="1289304" y="1344168"/>
            <a:ext cx="9070848" cy="3209544"/>
          </a:xfrm>
        </p:spPr>
        <p:txBody>
          <a:bodyPr anchor="ctr">
            <a:normAutofit/>
          </a:bodyPr>
          <a:lstStyle>
            <a:lvl1pPr marL="219456" indent="-219456">
              <a:lnSpc>
                <a:spcPct val="120000"/>
              </a:lnSpc>
              <a:buNone/>
              <a:defRPr sz="3200" b="1" cap="all" spc="500" baseline="0">
                <a:solidFill>
                  <a:schemeClr val="tx1"/>
                </a:solidFill>
                <a:latin typeface="+mj-lt"/>
              </a:defRPr>
            </a:lvl1pPr>
          </a:lstStyle>
          <a:p>
            <a:pPr lvl="0"/>
            <a:r>
              <a:rPr lang="en-US" dirty="0"/>
              <a:t>Click to edit Quote</a:t>
            </a:r>
          </a:p>
        </p:txBody>
      </p:sp>
      <p:sp>
        <p:nvSpPr>
          <p:cNvPr id="11" name="Footer Placeholder 10">
            <a:extLst>
              <a:ext uri="{FF2B5EF4-FFF2-40B4-BE49-F238E27FC236}">
                <a16:creationId xmlns:a16="http://schemas.microsoft.com/office/drawing/2014/main" id="{86BF1104-41B7-684E-F9A9-1628C76ECC2B}"/>
              </a:ext>
            </a:extLst>
          </p:cNvPr>
          <p:cNvSpPr>
            <a:spLocks noGrp="1"/>
          </p:cNvSpPr>
          <p:nvPr>
            <p:ph type="ftr" sz="quarter" idx="15"/>
          </p:nvPr>
        </p:nvSpPr>
        <p:spPr/>
        <p:txBody>
          <a:bodyPr/>
          <a:lstStyle>
            <a:lvl1pPr>
              <a:defRPr>
                <a:solidFill>
                  <a:schemeClr val="bg1"/>
                </a:solidFill>
              </a:defRPr>
            </a:lvl1pPr>
          </a:lstStyle>
          <a:p>
            <a:r>
              <a:rPr lang="en-US"/>
              <a:t>Sample Footer Text</a:t>
            </a:r>
            <a:endParaRPr lang="en-US" dirty="0"/>
          </a:p>
        </p:txBody>
      </p:sp>
      <p:sp>
        <p:nvSpPr>
          <p:cNvPr id="12" name="Slide Number Placeholder 11">
            <a:extLst>
              <a:ext uri="{FF2B5EF4-FFF2-40B4-BE49-F238E27FC236}">
                <a16:creationId xmlns:a16="http://schemas.microsoft.com/office/drawing/2014/main" id="{48FBF88A-AA04-CBE1-0E79-CE2CFF4D7D33}"/>
              </a:ext>
            </a:extLst>
          </p:cNvPr>
          <p:cNvSpPr>
            <a:spLocks noGrp="1"/>
          </p:cNvSpPr>
          <p:nvPr>
            <p:ph type="sldNum" sz="quarter" idx="16"/>
          </p:nvPr>
        </p:nvSpPr>
        <p:spPr/>
        <p:txBody>
          <a:bodyPr/>
          <a:lstStyle>
            <a:lvl1pPr>
              <a:defRPr>
                <a:solidFill>
                  <a:schemeClr val="bg1"/>
                </a:solidFill>
              </a:defRPr>
            </a:lvl1pPr>
          </a:lstStyle>
          <a:p>
            <a:fld id="{8D252C1B-CBF0-4A4D-8F57-7FB989103249}" type="slidenum">
              <a:rPr lang="en-US" smtClean="0"/>
              <a:pPr/>
              <a:t>‹#›</a:t>
            </a:fld>
            <a:endParaRPr lang="en-US"/>
          </a:p>
        </p:txBody>
      </p:sp>
      <p:sp>
        <p:nvSpPr>
          <p:cNvPr id="10" name="Date Placeholder 9">
            <a:extLst>
              <a:ext uri="{FF2B5EF4-FFF2-40B4-BE49-F238E27FC236}">
                <a16:creationId xmlns:a16="http://schemas.microsoft.com/office/drawing/2014/main" id="{003D9FE4-1C94-9ACB-155D-315DFA0F7362}"/>
              </a:ext>
            </a:extLst>
          </p:cNvPr>
          <p:cNvSpPr>
            <a:spLocks noGrp="1"/>
          </p:cNvSpPr>
          <p:nvPr>
            <p:ph type="dt" sz="half" idx="14"/>
          </p:nvPr>
        </p:nvSpPr>
        <p:spPr/>
        <p:txBody>
          <a:bodyPr/>
          <a:lstStyle>
            <a:lvl1pPr>
              <a:defRPr>
                <a:solidFill>
                  <a:schemeClr val="bg1"/>
                </a:solidFill>
              </a:defRPr>
            </a:lvl1pPr>
          </a:lstStyle>
          <a:p>
            <a:fld id="{92A23E84-B586-4994-9C0A-517325DCBE7E}" type="datetime4">
              <a:rPr lang="en-US" smtClean="0"/>
              <a:t>December 21, 2025</a:t>
            </a:fld>
            <a:endParaRPr lang="en-US"/>
          </a:p>
        </p:txBody>
      </p:sp>
    </p:spTree>
    <p:extLst>
      <p:ext uri="{BB962C8B-B14F-4D97-AF65-F5344CB8AC3E}">
        <p14:creationId xmlns:p14="http://schemas.microsoft.com/office/powerpoint/2010/main" val="3185577367"/>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Quot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A3DAA-DB6D-3DD5-791D-6C11F750B10C}"/>
              </a:ext>
            </a:extLst>
          </p:cNvPr>
          <p:cNvSpPr>
            <a:spLocks noGrp="1"/>
          </p:cNvSpPr>
          <p:nvPr>
            <p:ph type="title" hasCustomPrompt="1"/>
          </p:nvPr>
        </p:nvSpPr>
        <p:spPr>
          <a:xfrm>
            <a:off x="838200" y="5513832"/>
            <a:ext cx="9400032" cy="758952"/>
          </a:xfrm>
        </p:spPr>
        <p:txBody>
          <a:bodyPr>
            <a:normAutofit/>
          </a:bodyPr>
          <a:lstStyle>
            <a:lvl1pPr>
              <a:lnSpc>
                <a:spcPct val="130000"/>
              </a:lnSpc>
              <a:spcBef>
                <a:spcPts val="1000"/>
              </a:spcBef>
              <a:defRPr sz="1800" b="0" cap="none" spc="0" baseline="0">
                <a:latin typeface="+mn-lt"/>
              </a:defRPr>
            </a:lvl1pPr>
          </a:lstStyle>
          <a:p>
            <a:r>
              <a:rPr lang="en-US" dirty="0"/>
              <a:t>Quote Author</a:t>
            </a:r>
          </a:p>
        </p:txBody>
      </p:sp>
      <p:sp>
        <p:nvSpPr>
          <p:cNvPr id="7" name="Content Placeholder 6">
            <a:extLst>
              <a:ext uri="{FF2B5EF4-FFF2-40B4-BE49-F238E27FC236}">
                <a16:creationId xmlns:a16="http://schemas.microsoft.com/office/drawing/2014/main" id="{0D10BE25-847A-7528-A168-580A13743FD2}"/>
              </a:ext>
            </a:extLst>
          </p:cNvPr>
          <p:cNvSpPr>
            <a:spLocks noGrp="1"/>
          </p:cNvSpPr>
          <p:nvPr>
            <p:ph sz="quarter" idx="13" hasCustomPrompt="1"/>
          </p:nvPr>
        </p:nvSpPr>
        <p:spPr>
          <a:xfrm>
            <a:off x="594360" y="1371600"/>
            <a:ext cx="9646920" cy="4059936"/>
          </a:xfrm>
        </p:spPr>
        <p:txBody>
          <a:bodyPr anchor="b">
            <a:normAutofit/>
          </a:bodyPr>
          <a:lstStyle>
            <a:lvl1pPr marL="237744" indent="-237744">
              <a:lnSpc>
                <a:spcPct val="120000"/>
              </a:lnSpc>
              <a:spcBef>
                <a:spcPts val="0"/>
              </a:spcBef>
              <a:buNone/>
              <a:defRPr sz="4400" b="1" cap="all" spc="500" baseline="0">
                <a:latin typeface="+mj-lt"/>
              </a:defRPr>
            </a:lvl1pPr>
          </a:lstStyle>
          <a:p>
            <a:pPr lvl="0"/>
            <a:r>
              <a:rPr lang="en-US" dirty="0"/>
              <a:t>Click to edit Quote</a:t>
            </a:r>
          </a:p>
        </p:txBody>
      </p:sp>
      <p:sp>
        <p:nvSpPr>
          <p:cNvPr id="3" name="Footer Placeholder 2">
            <a:extLst>
              <a:ext uri="{FF2B5EF4-FFF2-40B4-BE49-F238E27FC236}">
                <a16:creationId xmlns:a16="http://schemas.microsoft.com/office/drawing/2014/main" id="{DFA08AEF-6F44-C01A-1B4C-CDFD81DAC784}"/>
              </a:ext>
            </a:extLst>
          </p:cNvPr>
          <p:cNvSpPr>
            <a:spLocks noGrp="1"/>
          </p:cNvSpPr>
          <p:nvPr>
            <p:ph type="ftr" sz="quarter" idx="10"/>
          </p:nvPr>
        </p:nvSpPr>
        <p:spPr/>
        <p:txBody>
          <a:bodyPr/>
          <a:lstStyle/>
          <a:p>
            <a:pPr algn="r"/>
            <a:r>
              <a:rPr lang="en-US"/>
              <a:t>Sample Footer Text</a:t>
            </a:r>
          </a:p>
        </p:txBody>
      </p:sp>
      <p:sp>
        <p:nvSpPr>
          <p:cNvPr id="4" name="Slide Number Placeholder 3">
            <a:extLst>
              <a:ext uri="{FF2B5EF4-FFF2-40B4-BE49-F238E27FC236}">
                <a16:creationId xmlns:a16="http://schemas.microsoft.com/office/drawing/2014/main" id="{103E3C2E-5ABE-2200-2F6C-07D63C18C3D4}"/>
              </a:ext>
            </a:extLst>
          </p:cNvPr>
          <p:cNvSpPr>
            <a:spLocks noGrp="1"/>
          </p:cNvSpPr>
          <p:nvPr>
            <p:ph type="sldNum" sz="quarter" idx="11"/>
          </p:nvPr>
        </p:nvSpPr>
        <p:spPr/>
        <p:txBody>
          <a:bodyPr/>
          <a:lstStyle/>
          <a:p>
            <a:pPr algn="ctr"/>
            <a:fld id="{8D252C1B-CBF0-4A4D-8F57-7FB989103249}" type="slidenum">
              <a:rPr lang="en-US" smtClean="0"/>
              <a:pPr algn="ctr"/>
              <a:t>‹#›</a:t>
            </a:fld>
            <a:endParaRPr lang="en-US"/>
          </a:p>
        </p:txBody>
      </p:sp>
      <p:sp>
        <p:nvSpPr>
          <p:cNvPr id="5" name="Date Placeholder 4">
            <a:extLst>
              <a:ext uri="{FF2B5EF4-FFF2-40B4-BE49-F238E27FC236}">
                <a16:creationId xmlns:a16="http://schemas.microsoft.com/office/drawing/2014/main" id="{DAE051C6-BCEC-6EFD-3C40-E49F22A7F09F}"/>
              </a:ext>
            </a:extLst>
          </p:cNvPr>
          <p:cNvSpPr>
            <a:spLocks noGrp="1"/>
          </p:cNvSpPr>
          <p:nvPr>
            <p:ph type="dt" sz="half" idx="12"/>
          </p:nvPr>
        </p:nvSpPr>
        <p:spPr/>
        <p:txBody>
          <a:bodyPr/>
          <a:lstStyle/>
          <a:p>
            <a:fld id="{00F79D1E-A118-4DED-8F9E-D9E3A0D2F006}" type="datetime4">
              <a:rPr lang="en-US" smtClean="0"/>
              <a:t>December 21, 2025</a:t>
            </a:fld>
            <a:endParaRPr lang="en-US"/>
          </a:p>
        </p:txBody>
      </p:sp>
    </p:spTree>
    <p:extLst>
      <p:ext uri="{BB962C8B-B14F-4D97-AF65-F5344CB8AC3E}">
        <p14:creationId xmlns:p14="http://schemas.microsoft.com/office/powerpoint/2010/main" val="289387408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B076A-AC95-4A37-4537-500BEFEC2F42}"/>
              </a:ext>
            </a:extLst>
          </p:cNvPr>
          <p:cNvSpPr>
            <a:spLocks noGrp="1"/>
          </p:cNvSpPr>
          <p:nvPr>
            <p:ph type="title" hasCustomPrompt="1"/>
          </p:nvPr>
        </p:nvSpPr>
        <p:spPr>
          <a:xfrm>
            <a:off x="2048256" y="5230368"/>
            <a:ext cx="8101584" cy="1042416"/>
          </a:xfrm>
        </p:spPr>
        <p:txBody>
          <a:bodyPr anchor="ctr">
            <a:normAutofit/>
          </a:bodyPr>
          <a:lstStyle>
            <a:lvl1pPr algn="ctr">
              <a:lnSpc>
                <a:spcPct val="130000"/>
              </a:lnSpc>
              <a:spcBef>
                <a:spcPts val="1000"/>
              </a:spcBef>
              <a:defRPr sz="1800" spc="300"/>
            </a:lvl1pPr>
          </a:lstStyle>
          <a:p>
            <a:r>
              <a:rPr lang="en-US" dirty="0"/>
              <a:t>Quote author</a:t>
            </a:r>
          </a:p>
        </p:txBody>
      </p:sp>
      <p:sp>
        <p:nvSpPr>
          <p:cNvPr id="7" name="Content Placeholder 6">
            <a:extLst>
              <a:ext uri="{FF2B5EF4-FFF2-40B4-BE49-F238E27FC236}">
                <a16:creationId xmlns:a16="http://schemas.microsoft.com/office/drawing/2014/main" id="{14BE3FE6-FBCF-B08C-EAD2-43BD8008DE1B}"/>
              </a:ext>
            </a:extLst>
          </p:cNvPr>
          <p:cNvSpPr>
            <a:spLocks noGrp="1"/>
          </p:cNvSpPr>
          <p:nvPr>
            <p:ph sz="quarter" idx="13" hasCustomPrompt="1"/>
          </p:nvPr>
        </p:nvSpPr>
        <p:spPr>
          <a:xfrm>
            <a:off x="1682496" y="1042416"/>
            <a:ext cx="8823960" cy="3511296"/>
          </a:xfrm>
        </p:spPr>
        <p:txBody>
          <a:bodyPr anchor="ctr">
            <a:normAutofit/>
          </a:bodyPr>
          <a:lstStyle>
            <a:lvl1pPr marL="0" indent="0" algn="ctr">
              <a:lnSpc>
                <a:spcPct val="120000"/>
              </a:lnSpc>
              <a:spcBef>
                <a:spcPts val="0"/>
              </a:spcBef>
              <a:buNone/>
              <a:defRPr sz="3800"/>
            </a:lvl1pPr>
          </a:lstStyle>
          <a:p>
            <a:pPr lvl="0"/>
            <a:r>
              <a:rPr lang="en-US" dirty="0"/>
              <a:t>Click to edit Quote</a:t>
            </a:r>
          </a:p>
        </p:txBody>
      </p:sp>
      <p:sp>
        <p:nvSpPr>
          <p:cNvPr id="3" name="Footer Placeholder 2">
            <a:extLst>
              <a:ext uri="{FF2B5EF4-FFF2-40B4-BE49-F238E27FC236}">
                <a16:creationId xmlns:a16="http://schemas.microsoft.com/office/drawing/2014/main" id="{15B0A343-4456-257B-5B8B-E2E9A02F3134}"/>
              </a:ext>
            </a:extLst>
          </p:cNvPr>
          <p:cNvSpPr>
            <a:spLocks noGrp="1"/>
          </p:cNvSpPr>
          <p:nvPr>
            <p:ph type="ftr" sz="quarter" idx="10"/>
          </p:nvPr>
        </p:nvSpPr>
        <p:spPr/>
        <p:txBody>
          <a:bodyPr/>
          <a:lstStyle/>
          <a:p>
            <a:pPr algn="r"/>
            <a:r>
              <a:rPr lang="en-US"/>
              <a:t>Sample Footer Text</a:t>
            </a:r>
          </a:p>
        </p:txBody>
      </p:sp>
      <p:sp>
        <p:nvSpPr>
          <p:cNvPr id="4" name="Slide Number Placeholder 3">
            <a:extLst>
              <a:ext uri="{FF2B5EF4-FFF2-40B4-BE49-F238E27FC236}">
                <a16:creationId xmlns:a16="http://schemas.microsoft.com/office/drawing/2014/main" id="{43BFA228-8396-4E23-FC69-1F37D8C7689F}"/>
              </a:ext>
            </a:extLst>
          </p:cNvPr>
          <p:cNvSpPr>
            <a:spLocks noGrp="1"/>
          </p:cNvSpPr>
          <p:nvPr>
            <p:ph type="sldNum" sz="quarter" idx="11"/>
          </p:nvPr>
        </p:nvSpPr>
        <p:spPr/>
        <p:txBody>
          <a:bodyPr/>
          <a:lstStyle/>
          <a:p>
            <a:pPr algn="ctr"/>
            <a:fld id="{8D252C1B-CBF0-4A4D-8F57-7FB989103249}" type="slidenum">
              <a:rPr lang="en-US" smtClean="0"/>
              <a:pPr algn="ctr"/>
              <a:t>‹#›</a:t>
            </a:fld>
            <a:endParaRPr lang="en-US"/>
          </a:p>
        </p:txBody>
      </p:sp>
      <p:sp>
        <p:nvSpPr>
          <p:cNvPr id="5" name="Date Placeholder 4">
            <a:extLst>
              <a:ext uri="{FF2B5EF4-FFF2-40B4-BE49-F238E27FC236}">
                <a16:creationId xmlns:a16="http://schemas.microsoft.com/office/drawing/2014/main" id="{95F3F231-502C-F79C-1631-322CE76856FA}"/>
              </a:ext>
            </a:extLst>
          </p:cNvPr>
          <p:cNvSpPr>
            <a:spLocks noGrp="1"/>
          </p:cNvSpPr>
          <p:nvPr>
            <p:ph type="dt" sz="half" idx="12"/>
          </p:nvPr>
        </p:nvSpPr>
        <p:spPr/>
        <p:txBody>
          <a:bodyPr/>
          <a:lstStyle/>
          <a:p>
            <a:fld id="{2307C0A0-C516-49D6-8817-019B3DB731F6}" type="datetime4">
              <a:rPr lang="en-US" smtClean="0"/>
              <a:t>December 21, 2025</a:t>
            </a:fld>
            <a:endParaRPr lang="en-US"/>
          </a:p>
        </p:txBody>
      </p:sp>
      <p:cxnSp>
        <p:nvCxnSpPr>
          <p:cNvPr id="8" name="Straight Connector 7">
            <a:extLst>
              <a:ext uri="{FF2B5EF4-FFF2-40B4-BE49-F238E27FC236}">
                <a16:creationId xmlns:a16="http://schemas.microsoft.com/office/drawing/2014/main" id="{E28A6A5B-52A2-759F-925A-E739473F7E34}"/>
              </a:ext>
              <a:ext uri="{C183D7F6-B498-43B3-948B-1728B52AA6E4}">
                <adec:decorative xmlns:adec="http://schemas.microsoft.com/office/drawing/2017/decorative" val="1"/>
              </a:ext>
            </a:extLst>
          </p:cNvPr>
          <p:cNvCxnSpPr>
            <a:cxnSpLocks/>
          </p:cNvCxnSpPr>
          <p:nvPr/>
        </p:nvCxnSpPr>
        <p:spPr>
          <a:xfrm>
            <a:off x="5610423" y="4905775"/>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208733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Quote 4">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F851E22-90DE-A384-E734-7FC22A8B125D}"/>
              </a:ext>
            </a:extLst>
          </p:cNvPr>
          <p:cNvSpPr/>
          <p:nvPr/>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6377007-B85D-57C2-DBB4-58417F1C773B}"/>
              </a:ext>
              <a:ext uri="{C183D7F6-B498-43B3-948B-1728B52AA6E4}">
                <adec:decorative xmlns:adec="http://schemas.microsoft.com/office/drawing/2017/decorative" val="1"/>
              </a:ext>
            </a:extLst>
          </p:cNvPr>
          <p:cNvSpPr/>
          <p:nvPr/>
        </p:nvSpPr>
        <p:spPr>
          <a:xfrm>
            <a:off x="762000" y="762000"/>
            <a:ext cx="10668000" cy="533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43B076A-AC95-4A37-4537-500BEFEC2F42}"/>
              </a:ext>
            </a:extLst>
          </p:cNvPr>
          <p:cNvSpPr>
            <a:spLocks noGrp="1"/>
          </p:cNvSpPr>
          <p:nvPr>
            <p:ph type="title" hasCustomPrompt="1"/>
          </p:nvPr>
        </p:nvSpPr>
        <p:spPr>
          <a:xfrm>
            <a:off x="2048256" y="5230368"/>
            <a:ext cx="8101584" cy="594360"/>
          </a:xfrm>
        </p:spPr>
        <p:txBody>
          <a:bodyPr anchor="t">
            <a:normAutofit/>
          </a:bodyPr>
          <a:lstStyle>
            <a:lvl1pPr algn="ctr">
              <a:lnSpc>
                <a:spcPct val="130000"/>
              </a:lnSpc>
              <a:spcBef>
                <a:spcPts val="1000"/>
              </a:spcBef>
              <a:defRPr sz="1800" spc="300">
                <a:solidFill>
                  <a:schemeClr val="tx1"/>
                </a:solidFill>
              </a:defRPr>
            </a:lvl1pPr>
          </a:lstStyle>
          <a:p>
            <a:r>
              <a:rPr lang="en-US" dirty="0"/>
              <a:t>Quote Author</a:t>
            </a:r>
          </a:p>
        </p:txBody>
      </p:sp>
      <p:sp>
        <p:nvSpPr>
          <p:cNvPr id="7" name="Content Placeholder 6">
            <a:extLst>
              <a:ext uri="{FF2B5EF4-FFF2-40B4-BE49-F238E27FC236}">
                <a16:creationId xmlns:a16="http://schemas.microsoft.com/office/drawing/2014/main" id="{14BE3FE6-FBCF-B08C-EAD2-43BD8008DE1B}"/>
              </a:ext>
            </a:extLst>
          </p:cNvPr>
          <p:cNvSpPr>
            <a:spLocks noGrp="1"/>
          </p:cNvSpPr>
          <p:nvPr>
            <p:ph sz="quarter" idx="13" hasCustomPrompt="1"/>
          </p:nvPr>
        </p:nvSpPr>
        <p:spPr>
          <a:xfrm>
            <a:off x="1682496" y="1335024"/>
            <a:ext cx="8823960" cy="3108960"/>
          </a:xfrm>
        </p:spPr>
        <p:txBody>
          <a:bodyPr anchor="ctr">
            <a:normAutofit/>
          </a:bodyPr>
          <a:lstStyle>
            <a:lvl1pPr marL="0" indent="0" algn="ctr">
              <a:lnSpc>
                <a:spcPct val="120000"/>
              </a:lnSpc>
              <a:spcBef>
                <a:spcPts val="0"/>
              </a:spcBef>
              <a:buNone/>
              <a:defRPr sz="4000">
                <a:solidFill>
                  <a:schemeClr val="tx1"/>
                </a:solidFill>
              </a:defRPr>
            </a:lvl1pPr>
          </a:lstStyle>
          <a:p>
            <a:pPr lvl="0"/>
            <a:r>
              <a:rPr lang="en-US" dirty="0"/>
              <a:t>Click to edit Quote</a:t>
            </a:r>
          </a:p>
        </p:txBody>
      </p:sp>
      <p:sp>
        <p:nvSpPr>
          <p:cNvPr id="3" name="Footer Placeholder 2">
            <a:extLst>
              <a:ext uri="{FF2B5EF4-FFF2-40B4-BE49-F238E27FC236}">
                <a16:creationId xmlns:a16="http://schemas.microsoft.com/office/drawing/2014/main" id="{15B0A343-4456-257B-5B8B-E2E9A02F3134}"/>
              </a:ext>
            </a:extLst>
          </p:cNvPr>
          <p:cNvSpPr>
            <a:spLocks noGrp="1"/>
          </p:cNvSpPr>
          <p:nvPr>
            <p:ph type="ftr" sz="quarter" idx="10"/>
          </p:nvPr>
        </p:nvSpPr>
        <p:spPr/>
        <p:txBody>
          <a:bodyPr/>
          <a:lstStyle>
            <a:lvl1pPr>
              <a:defRPr>
                <a:solidFill>
                  <a:schemeClr val="bg1"/>
                </a:solidFill>
              </a:defRPr>
            </a:lvl1pPr>
          </a:lstStyle>
          <a:p>
            <a:r>
              <a:rPr lang="en-US"/>
              <a:t>Sample Footer Text</a:t>
            </a:r>
            <a:endParaRPr lang="en-US" dirty="0"/>
          </a:p>
        </p:txBody>
      </p:sp>
      <p:sp>
        <p:nvSpPr>
          <p:cNvPr id="4" name="Slide Number Placeholder 3">
            <a:extLst>
              <a:ext uri="{FF2B5EF4-FFF2-40B4-BE49-F238E27FC236}">
                <a16:creationId xmlns:a16="http://schemas.microsoft.com/office/drawing/2014/main" id="{43BFA228-8396-4E23-FC69-1F37D8C7689F}"/>
              </a:ext>
            </a:extLst>
          </p:cNvPr>
          <p:cNvSpPr>
            <a:spLocks noGrp="1"/>
          </p:cNvSpPr>
          <p:nvPr>
            <p:ph type="sldNum" sz="quarter" idx="11"/>
          </p:nvPr>
        </p:nvSpPr>
        <p:spPr/>
        <p:txBody>
          <a:bodyPr/>
          <a:lstStyle>
            <a:lvl1pPr>
              <a:defRPr>
                <a:solidFill>
                  <a:schemeClr val="bg1"/>
                </a:solidFill>
              </a:defRPr>
            </a:lvl1pPr>
          </a:lstStyle>
          <a:p>
            <a:fld id="{8D252C1B-CBF0-4A4D-8F57-7FB989103249}" type="slidenum">
              <a:rPr lang="en-US" smtClean="0"/>
              <a:pPr/>
              <a:t>‹#›</a:t>
            </a:fld>
            <a:endParaRPr lang="en-US"/>
          </a:p>
        </p:txBody>
      </p:sp>
      <p:sp>
        <p:nvSpPr>
          <p:cNvPr id="5" name="Date Placeholder 4">
            <a:extLst>
              <a:ext uri="{FF2B5EF4-FFF2-40B4-BE49-F238E27FC236}">
                <a16:creationId xmlns:a16="http://schemas.microsoft.com/office/drawing/2014/main" id="{95F3F231-502C-F79C-1631-322CE76856FA}"/>
              </a:ext>
            </a:extLst>
          </p:cNvPr>
          <p:cNvSpPr>
            <a:spLocks noGrp="1"/>
          </p:cNvSpPr>
          <p:nvPr>
            <p:ph type="dt" sz="half" idx="12"/>
          </p:nvPr>
        </p:nvSpPr>
        <p:spPr/>
        <p:txBody>
          <a:bodyPr/>
          <a:lstStyle>
            <a:lvl1pPr>
              <a:defRPr>
                <a:solidFill>
                  <a:schemeClr val="bg1"/>
                </a:solidFill>
              </a:defRPr>
            </a:lvl1pPr>
          </a:lstStyle>
          <a:p>
            <a:fld id="{AFD1CDEC-CB6B-4D1A-830E-B3F09AFB6CC1}" type="datetime4">
              <a:rPr lang="en-US" smtClean="0"/>
              <a:t>December 21, 2025</a:t>
            </a:fld>
            <a:endParaRPr lang="en-US"/>
          </a:p>
        </p:txBody>
      </p:sp>
      <p:cxnSp>
        <p:nvCxnSpPr>
          <p:cNvPr id="8" name="Straight Connector 7">
            <a:extLst>
              <a:ext uri="{FF2B5EF4-FFF2-40B4-BE49-F238E27FC236}">
                <a16:creationId xmlns:a16="http://schemas.microsoft.com/office/drawing/2014/main" id="{E28A6A5B-52A2-759F-925A-E739473F7E34}"/>
              </a:ext>
              <a:ext uri="{C183D7F6-B498-43B3-948B-1728B52AA6E4}">
                <adec:decorative xmlns:adec="http://schemas.microsoft.com/office/drawing/2017/decorative" val="1"/>
              </a:ext>
            </a:extLst>
          </p:cNvPr>
          <p:cNvCxnSpPr>
            <a:cxnSpLocks/>
          </p:cNvCxnSpPr>
          <p:nvPr/>
        </p:nvCxnSpPr>
        <p:spPr>
          <a:xfrm>
            <a:off x="5610423" y="4905775"/>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A2EB36C-8E19-518C-7936-928B51B8A33C}"/>
              </a:ext>
              <a:ext uri="{C183D7F6-B498-43B3-948B-1728B52AA6E4}">
                <adec:decorative xmlns:adec="http://schemas.microsoft.com/office/drawing/2017/decorative" val="1"/>
              </a:ext>
            </a:extLst>
          </p:cNvPr>
          <p:cNvCxnSpPr>
            <a:cxnSpLocks/>
          </p:cNvCxnSpPr>
          <p:nvPr/>
        </p:nvCxnSpPr>
        <p:spPr>
          <a:xfrm>
            <a:off x="5614416" y="4910328"/>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47861386"/>
      </p:ext>
    </p:extLst>
  </p:cSld>
  <p:clrMapOvr>
    <a:overrideClrMapping bg1="dk1" tx1="lt1" bg2="dk2" tx2="lt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9" y="429768"/>
            <a:ext cx="10817352" cy="958480"/>
          </a:xfrm>
          <a:prstGeom prst="rect">
            <a:avLst/>
          </a:prstGeom>
        </p:spPr>
        <p:txBody>
          <a:bodyPr vert="horz" lIns="91440" tIns="45720" rIns="91440" bIns="45720" rtlCol="0" anchor="b">
            <a:normAutofit/>
          </a:bodyPr>
          <a:lstStyle>
            <a:lvl1pPr>
              <a:lnSpc>
                <a:spcPct val="120000"/>
              </a:lnSpc>
              <a:defRPr lang="en-US" dirty="0"/>
            </a:lvl1pPr>
          </a:lstStyle>
          <a:p>
            <a:pPr lvl="0"/>
            <a:r>
              <a:rPr lang="en-US"/>
              <a:t>Click to edit Master title style</a:t>
            </a:r>
          </a:p>
        </p:txBody>
      </p:sp>
      <p:sp>
        <p:nvSpPr>
          <p:cNvPr id="4" name="Content Placeholder 3">
            <a:extLst>
              <a:ext uri="{FF2B5EF4-FFF2-40B4-BE49-F238E27FC236}">
                <a16:creationId xmlns:a16="http://schemas.microsoft.com/office/drawing/2014/main" id="{BFA338E0-C170-B5BD-56A0-6831A85B2F21}"/>
              </a:ext>
            </a:extLst>
          </p:cNvPr>
          <p:cNvSpPr>
            <a:spLocks noGrp="1"/>
          </p:cNvSpPr>
          <p:nvPr>
            <p:ph sz="quarter" idx="18"/>
          </p:nvPr>
        </p:nvSpPr>
        <p:spPr>
          <a:xfrm>
            <a:off x="612775" y="2029968"/>
            <a:ext cx="5029200"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a:extLst>
              <a:ext uri="{FF2B5EF4-FFF2-40B4-BE49-F238E27FC236}">
                <a16:creationId xmlns:a16="http://schemas.microsoft.com/office/drawing/2014/main" id="{95231737-390D-A75F-1AA3-A6675DB7314C}"/>
              </a:ext>
            </a:extLst>
          </p:cNvPr>
          <p:cNvSpPr>
            <a:spLocks noGrp="1"/>
          </p:cNvSpPr>
          <p:nvPr>
            <p:ph sz="quarter" idx="19"/>
          </p:nvPr>
        </p:nvSpPr>
        <p:spPr>
          <a:xfrm>
            <a:off x="6382512" y="2029968"/>
            <a:ext cx="5029200"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Footer Placeholder 13">
            <a:extLst>
              <a:ext uri="{FF2B5EF4-FFF2-40B4-BE49-F238E27FC236}">
                <a16:creationId xmlns:a16="http://schemas.microsoft.com/office/drawing/2014/main" id="{D34EBE88-C826-A0CB-2F99-4593AD931017}"/>
              </a:ext>
            </a:extLst>
          </p:cNvPr>
          <p:cNvSpPr>
            <a:spLocks noGrp="1"/>
          </p:cNvSpPr>
          <p:nvPr>
            <p:ph type="ftr" sz="quarter" idx="16"/>
          </p:nvPr>
        </p:nvSpPr>
        <p:spPr/>
        <p:txBody>
          <a:bodyPr/>
          <a:lstStyle/>
          <a:p>
            <a:pPr algn="r"/>
            <a:r>
              <a:rPr lang="en-US"/>
              <a:t>Sample Footer Text</a:t>
            </a:r>
          </a:p>
        </p:txBody>
      </p:sp>
      <p:sp>
        <p:nvSpPr>
          <p:cNvPr id="15" name="Slide Number Placeholder 14">
            <a:extLst>
              <a:ext uri="{FF2B5EF4-FFF2-40B4-BE49-F238E27FC236}">
                <a16:creationId xmlns:a16="http://schemas.microsoft.com/office/drawing/2014/main" id="{3ABF7200-8BFC-1209-D217-A05B147C7362}"/>
              </a:ext>
            </a:extLst>
          </p:cNvPr>
          <p:cNvSpPr>
            <a:spLocks noGrp="1"/>
          </p:cNvSpPr>
          <p:nvPr>
            <p:ph type="sldNum" sz="quarter" idx="17"/>
          </p:nvPr>
        </p:nvSpPr>
        <p:spPr/>
        <p:txBody>
          <a:bodyPr/>
          <a:lstStyle/>
          <a:p>
            <a:pPr algn="ctr"/>
            <a:fld id="{8D252C1B-CBF0-4A4D-8F57-7FB989103249}" type="slidenum">
              <a:rPr lang="en-US" smtClean="0"/>
              <a:pPr algn="ctr"/>
              <a:t>‹#›</a:t>
            </a:fld>
            <a:endParaRPr lang="en-US"/>
          </a:p>
        </p:txBody>
      </p:sp>
      <p:sp>
        <p:nvSpPr>
          <p:cNvPr id="13" name="Date Placeholder 12">
            <a:extLst>
              <a:ext uri="{FF2B5EF4-FFF2-40B4-BE49-F238E27FC236}">
                <a16:creationId xmlns:a16="http://schemas.microsoft.com/office/drawing/2014/main" id="{A1910647-79B7-6086-34D9-EBD4D6E4C954}"/>
              </a:ext>
            </a:extLst>
          </p:cNvPr>
          <p:cNvSpPr>
            <a:spLocks noGrp="1"/>
          </p:cNvSpPr>
          <p:nvPr>
            <p:ph type="dt" sz="half" idx="15"/>
          </p:nvPr>
        </p:nvSpPr>
        <p:spPr/>
        <p:txBody>
          <a:bodyPr/>
          <a:lstStyle/>
          <a:p>
            <a:fld id="{FEDA8A73-7124-4840-A51A-773DD734FF02}" type="datetime4">
              <a:rPr lang="en-US" smtClean="0"/>
              <a:t>December 21, 2025</a:t>
            </a:fld>
            <a:endParaRPr lang="en-US"/>
          </a:p>
        </p:txBody>
      </p:sp>
    </p:spTree>
    <p:extLst>
      <p:ext uri="{BB962C8B-B14F-4D97-AF65-F5344CB8AC3E}">
        <p14:creationId xmlns:p14="http://schemas.microsoft.com/office/powerpoint/2010/main" val="425028109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518219-E186-2E63-46B3-4C1D3A8220EF}"/>
              </a:ext>
            </a:extLst>
          </p:cNvPr>
          <p:cNvSpPr>
            <a:spLocks noGrp="1"/>
          </p:cNvSpPr>
          <p:nvPr>
            <p:ph type="title"/>
          </p:nvPr>
        </p:nvSpPr>
        <p:spPr>
          <a:xfrm>
            <a:off x="612648" y="429768"/>
            <a:ext cx="10817352" cy="960120"/>
          </a:xfrm>
          <a:prstGeom prst="rect">
            <a:avLst/>
          </a:prstGeom>
        </p:spPr>
        <p:txBody>
          <a:bodyPr/>
          <a:lstStyle>
            <a:lvl1pPr>
              <a:lnSpc>
                <a:spcPct val="120000"/>
              </a:lnSpc>
              <a:defRPr/>
            </a:lvl1p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12648" y="2025333"/>
            <a:ext cx="5029200" cy="559834"/>
          </a:xfrm>
          <a:prstGeom prst="rect">
            <a:avLst/>
          </a:prstGeom>
        </p:spPr>
        <p:txBody>
          <a:bodyPr anchor="b">
            <a:normAutofit/>
          </a:bodyPr>
          <a:lstStyle>
            <a:lvl1pPr marL="0" indent="0">
              <a:lnSpc>
                <a:spcPct val="90000"/>
              </a:lnSpc>
              <a:buNone/>
              <a:defRPr sz="2000" b="0" cap="all" spc="300"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6BAB9BD-1632-7C73-3DD9-771EE45DC03D}"/>
              </a:ext>
            </a:extLst>
          </p:cNvPr>
          <p:cNvSpPr>
            <a:spLocks noGrp="1"/>
          </p:cNvSpPr>
          <p:nvPr>
            <p:ph sz="quarter" idx="18"/>
          </p:nvPr>
        </p:nvSpPr>
        <p:spPr>
          <a:xfrm>
            <a:off x="612775" y="2665413"/>
            <a:ext cx="5029200" cy="3713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82512" y="2025333"/>
            <a:ext cx="5029200" cy="559834"/>
          </a:xfrm>
          <a:prstGeom prst="rect">
            <a:avLst/>
          </a:prstGeom>
        </p:spPr>
        <p:txBody>
          <a:bodyPr anchor="b">
            <a:normAutofit/>
          </a:bodyPr>
          <a:lstStyle>
            <a:lvl1pPr marL="0" indent="0">
              <a:lnSpc>
                <a:spcPct val="90000"/>
              </a:lnSpc>
              <a:buNone/>
              <a:defRPr sz="2000" b="0" cap="all" spc="300"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7">
            <a:extLst>
              <a:ext uri="{FF2B5EF4-FFF2-40B4-BE49-F238E27FC236}">
                <a16:creationId xmlns:a16="http://schemas.microsoft.com/office/drawing/2014/main" id="{38B165C5-C4ED-E04C-81FA-FDFA87F0A01C}"/>
              </a:ext>
            </a:extLst>
          </p:cNvPr>
          <p:cNvSpPr>
            <a:spLocks noGrp="1"/>
          </p:cNvSpPr>
          <p:nvPr>
            <p:ph sz="quarter" idx="19"/>
          </p:nvPr>
        </p:nvSpPr>
        <p:spPr>
          <a:xfrm>
            <a:off x="6381750" y="2665413"/>
            <a:ext cx="5029200" cy="3713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Footer Placeholder 13">
            <a:extLst>
              <a:ext uri="{FF2B5EF4-FFF2-40B4-BE49-F238E27FC236}">
                <a16:creationId xmlns:a16="http://schemas.microsoft.com/office/drawing/2014/main" id="{0D28A929-F039-96E6-B29C-717106871CBD}"/>
              </a:ext>
            </a:extLst>
          </p:cNvPr>
          <p:cNvSpPr>
            <a:spLocks noGrp="1"/>
          </p:cNvSpPr>
          <p:nvPr>
            <p:ph type="ftr" sz="quarter" idx="16"/>
          </p:nvPr>
        </p:nvSpPr>
        <p:spPr/>
        <p:txBody>
          <a:bodyPr/>
          <a:lstStyle/>
          <a:p>
            <a:pPr algn="r"/>
            <a:r>
              <a:rPr lang="en-US"/>
              <a:t>Sample Footer Text</a:t>
            </a:r>
          </a:p>
        </p:txBody>
      </p:sp>
      <p:sp>
        <p:nvSpPr>
          <p:cNvPr id="15" name="Slide Number Placeholder 14">
            <a:extLst>
              <a:ext uri="{FF2B5EF4-FFF2-40B4-BE49-F238E27FC236}">
                <a16:creationId xmlns:a16="http://schemas.microsoft.com/office/drawing/2014/main" id="{766D40EC-432B-24BD-14A2-EA02DE69B663}"/>
              </a:ext>
            </a:extLst>
          </p:cNvPr>
          <p:cNvSpPr>
            <a:spLocks noGrp="1"/>
          </p:cNvSpPr>
          <p:nvPr>
            <p:ph type="sldNum" sz="quarter" idx="17"/>
          </p:nvPr>
        </p:nvSpPr>
        <p:spPr/>
        <p:txBody>
          <a:bodyPr/>
          <a:lstStyle/>
          <a:p>
            <a:pPr algn="ctr"/>
            <a:fld id="{8D252C1B-CBF0-4A4D-8F57-7FB989103249}" type="slidenum">
              <a:rPr lang="en-US" smtClean="0"/>
              <a:pPr algn="ctr"/>
              <a:t>‹#›</a:t>
            </a:fld>
            <a:endParaRPr lang="en-US"/>
          </a:p>
        </p:txBody>
      </p:sp>
      <p:sp>
        <p:nvSpPr>
          <p:cNvPr id="12" name="Date Placeholder 11">
            <a:extLst>
              <a:ext uri="{FF2B5EF4-FFF2-40B4-BE49-F238E27FC236}">
                <a16:creationId xmlns:a16="http://schemas.microsoft.com/office/drawing/2014/main" id="{405654AF-A639-3FB5-E967-011B97C87C67}"/>
              </a:ext>
            </a:extLst>
          </p:cNvPr>
          <p:cNvSpPr>
            <a:spLocks noGrp="1"/>
          </p:cNvSpPr>
          <p:nvPr>
            <p:ph type="dt" sz="half" idx="15"/>
          </p:nvPr>
        </p:nvSpPr>
        <p:spPr/>
        <p:txBody>
          <a:bodyPr/>
          <a:lstStyle/>
          <a:p>
            <a:fld id="{47F5CC4D-6073-4A05-86E2-9A5D9E5EE1C6}" type="datetime4">
              <a:rPr lang="en-US" smtClean="0"/>
              <a:t>December 21, 2025</a:t>
            </a:fld>
            <a:endParaRPr lang="en-US"/>
          </a:p>
        </p:txBody>
      </p:sp>
    </p:spTree>
    <p:extLst>
      <p:ext uri="{BB962C8B-B14F-4D97-AF65-F5344CB8AC3E}">
        <p14:creationId xmlns:p14="http://schemas.microsoft.com/office/powerpoint/2010/main" val="75603606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612648" y="429768"/>
            <a:ext cx="10817352" cy="960120"/>
          </a:xfrm>
          <a:prstGeom prst="rect">
            <a:avLst/>
          </a:prstGeom>
        </p:spPr>
        <p:txBody>
          <a:bodyPr/>
          <a:lstStyle>
            <a:lvl1pPr>
              <a:lnSpc>
                <a:spcPct val="120000"/>
              </a:lnSpc>
              <a:defRPr/>
            </a:lvl1pPr>
          </a:lstStyle>
          <a:p>
            <a:r>
              <a:rPr lang="en-US"/>
              <a:t>Click to edit Master title style</a:t>
            </a:r>
          </a:p>
        </p:txBody>
      </p:sp>
      <p:sp>
        <p:nvSpPr>
          <p:cNvPr id="7" name="Footer Placeholder 6">
            <a:extLst>
              <a:ext uri="{FF2B5EF4-FFF2-40B4-BE49-F238E27FC236}">
                <a16:creationId xmlns:a16="http://schemas.microsoft.com/office/drawing/2014/main" id="{9B4DD502-5BE6-822B-DB91-B6295D991AC2}"/>
              </a:ext>
            </a:extLst>
          </p:cNvPr>
          <p:cNvSpPr>
            <a:spLocks noGrp="1"/>
          </p:cNvSpPr>
          <p:nvPr>
            <p:ph type="ftr" sz="quarter" idx="11"/>
          </p:nvPr>
        </p:nvSpPr>
        <p:spPr/>
        <p:txBody>
          <a:bodyPr/>
          <a:lstStyle/>
          <a:p>
            <a:pPr algn="r"/>
            <a:r>
              <a:rPr lang="en-US"/>
              <a:t>Sample Footer Text</a:t>
            </a:r>
          </a:p>
        </p:txBody>
      </p:sp>
      <p:sp>
        <p:nvSpPr>
          <p:cNvPr id="8" name="Slide Number Placeholder 7">
            <a:extLst>
              <a:ext uri="{FF2B5EF4-FFF2-40B4-BE49-F238E27FC236}">
                <a16:creationId xmlns:a16="http://schemas.microsoft.com/office/drawing/2014/main" id="{3CBD9E88-9DFA-2EB7-34D5-E029BD46F5E3}"/>
              </a:ext>
            </a:extLst>
          </p:cNvPr>
          <p:cNvSpPr>
            <a:spLocks noGrp="1"/>
          </p:cNvSpPr>
          <p:nvPr>
            <p:ph type="sldNum" sz="quarter" idx="12"/>
          </p:nvPr>
        </p:nvSpPr>
        <p:spPr/>
        <p:txBody>
          <a:bodyPr/>
          <a:lstStyle/>
          <a:p>
            <a:pPr algn="ctr"/>
            <a:fld id="{8D252C1B-CBF0-4A4D-8F57-7FB989103249}" type="slidenum">
              <a:rPr lang="en-US" smtClean="0"/>
              <a:pPr algn="ctr"/>
              <a:t>‹#›</a:t>
            </a:fld>
            <a:endParaRPr lang="en-US"/>
          </a:p>
        </p:txBody>
      </p:sp>
      <p:sp>
        <p:nvSpPr>
          <p:cNvPr id="6" name="Date Placeholder 5">
            <a:extLst>
              <a:ext uri="{FF2B5EF4-FFF2-40B4-BE49-F238E27FC236}">
                <a16:creationId xmlns:a16="http://schemas.microsoft.com/office/drawing/2014/main" id="{26035DAD-0E07-921A-1F16-10A8BBFC3975}"/>
              </a:ext>
            </a:extLst>
          </p:cNvPr>
          <p:cNvSpPr>
            <a:spLocks noGrp="1"/>
          </p:cNvSpPr>
          <p:nvPr>
            <p:ph type="dt" sz="half" idx="10"/>
          </p:nvPr>
        </p:nvSpPr>
        <p:spPr/>
        <p:txBody>
          <a:bodyPr/>
          <a:lstStyle/>
          <a:p>
            <a:fld id="{5C0CB386-F940-461F-A152-905D02CFF5A2}" type="datetime4">
              <a:rPr lang="en-US" smtClean="0"/>
              <a:t>December 21, 2025</a:t>
            </a:fld>
            <a:endParaRPr lang="en-US"/>
          </a:p>
        </p:txBody>
      </p:sp>
    </p:spTree>
    <p:extLst>
      <p:ext uri="{BB962C8B-B14F-4D97-AF65-F5344CB8AC3E}">
        <p14:creationId xmlns:p14="http://schemas.microsoft.com/office/powerpoint/2010/main" val="204802371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9E11FDDA-B97C-DDC5-8DB1-E60BD2AA1DBB}"/>
              </a:ext>
            </a:extLst>
          </p:cNvPr>
          <p:cNvSpPr>
            <a:spLocks noGrp="1"/>
          </p:cNvSpPr>
          <p:nvPr>
            <p:ph type="ftr" sz="quarter" idx="11"/>
          </p:nvPr>
        </p:nvSpPr>
        <p:spPr/>
        <p:txBody>
          <a:bodyPr/>
          <a:lstStyle/>
          <a:p>
            <a:pPr algn="r"/>
            <a:r>
              <a:rPr lang="en-US"/>
              <a:t>Sample Footer Text</a:t>
            </a:r>
          </a:p>
        </p:txBody>
      </p:sp>
      <p:sp>
        <p:nvSpPr>
          <p:cNvPr id="7" name="Slide Number Placeholder 6">
            <a:extLst>
              <a:ext uri="{FF2B5EF4-FFF2-40B4-BE49-F238E27FC236}">
                <a16:creationId xmlns:a16="http://schemas.microsoft.com/office/drawing/2014/main" id="{7F72A1C0-DA96-EA1E-D5A0-508F879B0757}"/>
              </a:ext>
            </a:extLst>
          </p:cNvPr>
          <p:cNvSpPr>
            <a:spLocks noGrp="1"/>
          </p:cNvSpPr>
          <p:nvPr>
            <p:ph type="sldNum" sz="quarter" idx="12"/>
          </p:nvPr>
        </p:nvSpPr>
        <p:spPr/>
        <p:txBody>
          <a:bodyPr/>
          <a:lstStyle/>
          <a:p>
            <a:pPr algn="ctr"/>
            <a:fld id="{8D252C1B-CBF0-4A4D-8F57-7FB989103249}" type="slidenum">
              <a:rPr lang="en-US" smtClean="0"/>
              <a:pPr algn="ctr"/>
              <a:t>‹#›</a:t>
            </a:fld>
            <a:endParaRPr lang="en-US"/>
          </a:p>
        </p:txBody>
      </p:sp>
      <p:sp>
        <p:nvSpPr>
          <p:cNvPr id="5" name="Date Placeholder 4">
            <a:extLst>
              <a:ext uri="{FF2B5EF4-FFF2-40B4-BE49-F238E27FC236}">
                <a16:creationId xmlns:a16="http://schemas.microsoft.com/office/drawing/2014/main" id="{F97F18BD-749C-B50F-D44C-F42AA6AABEB9}"/>
              </a:ext>
            </a:extLst>
          </p:cNvPr>
          <p:cNvSpPr>
            <a:spLocks noGrp="1"/>
          </p:cNvSpPr>
          <p:nvPr>
            <p:ph type="dt" sz="half" idx="10"/>
          </p:nvPr>
        </p:nvSpPr>
        <p:spPr/>
        <p:txBody>
          <a:bodyPr/>
          <a:lstStyle/>
          <a:p>
            <a:fld id="{2ACAFA3B-E7FC-4334-92AC-6B8879F5B1DC}" type="datetime4">
              <a:rPr lang="en-US" smtClean="0"/>
              <a:t>December 21, 2025</a:t>
            </a:fld>
            <a:endParaRPr lang="en-US"/>
          </a:p>
        </p:txBody>
      </p:sp>
    </p:spTree>
    <p:extLst>
      <p:ext uri="{BB962C8B-B14F-4D97-AF65-F5344CB8AC3E}">
        <p14:creationId xmlns:p14="http://schemas.microsoft.com/office/powerpoint/2010/main" val="45954227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12648" y="758952"/>
            <a:ext cx="3595634" cy="2212848"/>
          </a:xfrm>
          <a:prstGeom prst="rect">
            <a:avLst/>
          </a:prstGeom>
        </p:spPr>
        <p:txBody>
          <a:bodyPr anchor="t">
            <a:normAutofit/>
          </a:bodyPr>
          <a:lstStyle>
            <a:lvl1pPr>
              <a:lnSpc>
                <a:spcPct val="120000"/>
              </a:lnSpc>
              <a:defRPr sz="2800"/>
            </a:lvl1pPr>
          </a:lstStyle>
          <a:p>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971800"/>
            <a:ext cx="3595634" cy="3127248"/>
          </a:xfrm>
          <a:prstGeom prst="rect">
            <a:avLst/>
          </a:prstGeom>
        </p:spPr>
        <p:txBody>
          <a:bodyPr anchor="t">
            <a:normAutofit/>
          </a:bodyPr>
          <a:lstStyle>
            <a:lvl1pPr marL="0" indent="0">
              <a:lnSpc>
                <a:spcPct val="13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6996" y="758952"/>
            <a:ext cx="6284130" cy="5340093"/>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13" name="Footer Placeholder 12">
            <a:extLst>
              <a:ext uri="{FF2B5EF4-FFF2-40B4-BE49-F238E27FC236}">
                <a16:creationId xmlns:a16="http://schemas.microsoft.com/office/drawing/2014/main" id="{247FD854-00E9-7A1B-6B8C-0458F22F1EC3}"/>
              </a:ext>
            </a:extLst>
          </p:cNvPr>
          <p:cNvSpPr>
            <a:spLocks noGrp="1"/>
          </p:cNvSpPr>
          <p:nvPr>
            <p:ph type="ftr" sz="quarter" idx="11"/>
          </p:nvPr>
        </p:nvSpPr>
        <p:spPr/>
        <p:txBody>
          <a:bodyPr/>
          <a:lstStyle/>
          <a:p>
            <a:pPr algn="r"/>
            <a:r>
              <a:rPr lang="en-US"/>
              <a:t>Sample Footer Text</a:t>
            </a:r>
          </a:p>
        </p:txBody>
      </p:sp>
      <p:sp>
        <p:nvSpPr>
          <p:cNvPr id="14" name="Slide Number Placeholder 13">
            <a:extLst>
              <a:ext uri="{FF2B5EF4-FFF2-40B4-BE49-F238E27FC236}">
                <a16:creationId xmlns:a16="http://schemas.microsoft.com/office/drawing/2014/main" id="{205E2392-B840-3FDD-E39D-8521DC827038}"/>
              </a:ext>
            </a:extLst>
          </p:cNvPr>
          <p:cNvSpPr>
            <a:spLocks noGrp="1"/>
          </p:cNvSpPr>
          <p:nvPr>
            <p:ph type="sldNum" sz="quarter" idx="12"/>
          </p:nvPr>
        </p:nvSpPr>
        <p:spPr/>
        <p:txBody>
          <a:bodyPr/>
          <a:lstStyle/>
          <a:p>
            <a:pPr algn="ctr"/>
            <a:fld id="{8D252C1B-CBF0-4A4D-8F57-7FB989103249}" type="slidenum">
              <a:rPr lang="en-US" smtClean="0"/>
              <a:pPr algn="ctr"/>
              <a:t>‹#›</a:t>
            </a:fld>
            <a:endParaRPr lang="en-US"/>
          </a:p>
        </p:txBody>
      </p:sp>
      <p:sp>
        <p:nvSpPr>
          <p:cNvPr id="12" name="Date Placeholder 11">
            <a:extLst>
              <a:ext uri="{FF2B5EF4-FFF2-40B4-BE49-F238E27FC236}">
                <a16:creationId xmlns:a16="http://schemas.microsoft.com/office/drawing/2014/main" id="{542EA063-3C1A-D1D2-916B-C1A4F124EA0C}"/>
              </a:ext>
            </a:extLst>
          </p:cNvPr>
          <p:cNvSpPr>
            <a:spLocks noGrp="1"/>
          </p:cNvSpPr>
          <p:nvPr>
            <p:ph type="dt" sz="half" idx="10"/>
          </p:nvPr>
        </p:nvSpPr>
        <p:spPr/>
        <p:txBody>
          <a:bodyPr/>
          <a:lstStyle/>
          <a:p>
            <a:fld id="{15FDBDE7-FECA-47E1-B2CA-19C097F5DD78}" type="datetime4">
              <a:rPr lang="en-US" smtClean="0"/>
              <a:t>December 21, 2025</a:t>
            </a:fld>
            <a:endParaRPr lang="en-US"/>
          </a:p>
        </p:txBody>
      </p:sp>
    </p:spTree>
    <p:extLst>
      <p:ext uri="{BB962C8B-B14F-4D97-AF65-F5344CB8AC3E}">
        <p14:creationId xmlns:p14="http://schemas.microsoft.com/office/powerpoint/2010/main" val="426207369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8" y="762000"/>
            <a:ext cx="3713996" cy="2212313"/>
          </a:xfrm>
          <a:prstGeom prst="rect">
            <a:avLst/>
          </a:prstGeom>
        </p:spPr>
        <p:txBody>
          <a:bodyPr anchor="t">
            <a:normAutofit/>
          </a:bodyPr>
          <a:lstStyle>
            <a:lvl1pPr>
              <a:lnSpc>
                <a:spcPct val="120000"/>
              </a:lnSpc>
              <a:defRPr sz="28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3401567"/>
            <a:ext cx="3713996" cy="2731008"/>
          </a:xfrm>
          <a:prstGeom prst="rect">
            <a:avLst/>
          </a:prstGeom>
        </p:spPr>
        <p:txBody>
          <a:bodyPr anchor="b"/>
          <a:lstStyle>
            <a:lvl1pPr marL="0" indent="0">
              <a:lnSpc>
                <a:spcPct val="13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Picture Placeholder 8">
            <a:extLst>
              <a:ext uri="{FF2B5EF4-FFF2-40B4-BE49-F238E27FC236}">
                <a16:creationId xmlns:a16="http://schemas.microsoft.com/office/drawing/2014/main" id="{BE5C5A3E-7D50-F47F-EB7E-84E9BE86B09F}"/>
              </a:ext>
            </a:extLst>
          </p:cNvPr>
          <p:cNvSpPr>
            <a:spLocks noGrp="1"/>
          </p:cNvSpPr>
          <p:nvPr>
            <p:ph type="pic" sz="quarter" idx="13" hasCustomPrompt="1"/>
          </p:nvPr>
        </p:nvSpPr>
        <p:spPr>
          <a:xfrm>
            <a:off x="5361359" y="762000"/>
            <a:ext cx="6068641" cy="5334000"/>
          </a:xfrm>
          <a:prstGeom prst="rect">
            <a:avLst/>
          </a:prstGeom>
          <a:blipFill>
            <a:blip r:embed="rId2">
              <a:alphaModFix amt="70000"/>
            </a:blip>
            <a:stretch>
              <a:fillRect/>
            </a:stretch>
          </a:blipFill>
        </p:spPr>
        <p:txBody>
          <a:bodyPr/>
          <a:lstStyle>
            <a:lvl1pPr marL="0" indent="0">
              <a:buNone/>
              <a:defRPr/>
            </a:lvl1pPr>
          </a:lstStyle>
          <a:p>
            <a:r>
              <a:rPr lang="en-US" dirty="0"/>
              <a:t> </a:t>
            </a:r>
          </a:p>
        </p:txBody>
      </p:sp>
      <p:sp>
        <p:nvSpPr>
          <p:cNvPr id="16" name="Footer Placeholder 15">
            <a:extLst>
              <a:ext uri="{FF2B5EF4-FFF2-40B4-BE49-F238E27FC236}">
                <a16:creationId xmlns:a16="http://schemas.microsoft.com/office/drawing/2014/main" id="{27DBDBE0-7D82-CCC0-82C8-C75970BFD286}"/>
              </a:ext>
            </a:extLst>
          </p:cNvPr>
          <p:cNvSpPr>
            <a:spLocks noGrp="1"/>
          </p:cNvSpPr>
          <p:nvPr>
            <p:ph type="ftr" sz="quarter" idx="15"/>
          </p:nvPr>
        </p:nvSpPr>
        <p:spPr/>
        <p:txBody>
          <a:bodyPr/>
          <a:lstStyle/>
          <a:p>
            <a:pPr algn="r"/>
            <a:r>
              <a:rPr lang="en-US"/>
              <a:t>Sample Footer Text</a:t>
            </a:r>
          </a:p>
        </p:txBody>
      </p:sp>
      <p:sp>
        <p:nvSpPr>
          <p:cNvPr id="17" name="Slide Number Placeholder 16">
            <a:extLst>
              <a:ext uri="{FF2B5EF4-FFF2-40B4-BE49-F238E27FC236}">
                <a16:creationId xmlns:a16="http://schemas.microsoft.com/office/drawing/2014/main" id="{098B971C-659F-56B1-E5C8-1551C52DEB0E}"/>
              </a:ext>
            </a:extLst>
          </p:cNvPr>
          <p:cNvSpPr>
            <a:spLocks noGrp="1"/>
          </p:cNvSpPr>
          <p:nvPr>
            <p:ph type="sldNum" sz="quarter" idx="16"/>
          </p:nvPr>
        </p:nvSpPr>
        <p:spPr/>
        <p:txBody>
          <a:bodyPr/>
          <a:lstStyle/>
          <a:p>
            <a:pPr algn="ctr"/>
            <a:fld id="{8D252C1B-CBF0-4A4D-8F57-7FB989103249}" type="slidenum">
              <a:rPr lang="en-US" smtClean="0"/>
              <a:pPr algn="ctr"/>
              <a:t>‹#›</a:t>
            </a:fld>
            <a:endParaRPr lang="en-US"/>
          </a:p>
        </p:txBody>
      </p:sp>
      <p:sp>
        <p:nvSpPr>
          <p:cNvPr id="15" name="Date Placeholder 14">
            <a:extLst>
              <a:ext uri="{FF2B5EF4-FFF2-40B4-BE49-F238E27FC236}">
                <a16:creationId xmlns:a16="http://schemas.microsoft.com/office/drawing/2014/main" id="{1018BD95-468D-0282-9949-1A0343239975}"/>
              </a:ext>
            </a:extLst>
          </p:cNvPr>
          <p:cNvSpPr>
            <a:spLocks noGrp="1"/>
          </p:cNvSpPr>
          <p:nvPr>
            <p:ph type="dt" sz="half" idx="14"/>
          </p:nvPr>
        </p:nvSpPr>
        <p:spPr/>
        <p:txBody>
          <a:bodyPr/>
          <a:lstStyle/>
          <a:p>
            <a:fld id="{5D4FB98F-DFF9-4531-9B19-10EA554FE457}" type="datetime4">
              <a:rPr lang="en-US" smtClean="0"/>
              <a:t>December 21, 2025</a:t>
            </a:fld>
            <a:endParaRPr lang="en-US"/>
          </a:p>
        </p:txBody>
      </p:sp>
    </p:spTree>
    <p:extLst>
      <p:ext uri="{BB962C8B-B14F-4D97-AF65-F5344CB8AC3E}">
        <p14:creationId xmlns:p14="http://schemas.microsoft.com/office/powerpoint/2010/main" val="123291979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4115FEF-9929-7E5F-F0A4-112836087D7B}"/>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 name="Straight Connector 2">
            <a:extLst>
              <a:ext uri="{FF2B5EF4-FFF2-40B4-BE49-F238E27FC236}">
                <a16:creationId xmlns:a16="http://schemas.microsoft.com/office/drawing/2014/main" id="{937FE2A9-21DD-FB38-F9C9-5420B56B7136}"/>
              </a:ext>
              <a:ext uri="{C183D7F6-B498-43B3-948B-1728B52AA6E4}">
                <adec:decorative xmlns:adec="http://schemas.microsoft.com/office/drawing/2017/decorative" val="1"/>
              </a:ext>
            </a:extLst>
          </p:cNvPr>
          <p:cNvCxnSpPr>
            <a:cxnSpLocks/>
          </p:cNvCxnSpPr>
          <p:nvPr/>
        </p:nvCxnSpPr>
        <p:spPr>
          <a:xfrm>
            <a:off x="793007" y="761998"/>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033272"/>
            <a:ext cx="10680191" cy="1901952"/>
          </a:xfrm>
          <a:prstGeom prst="rect">
            <a:avLst/>
          </a:prstGeom>
        </p:spPr>
        <p:txBody>
          <a:bodyPr anchor="t">
            <a:normAutofit/>
          </a:bodyPr>
          <a:lstStyle>
            <a:lvl1pPr>
              <a:lnSpc>
                <a:spcPct val="120000"/>
              </a:lnSpc>
              <a:defRPr sz="4000">
                <a:solidFill>
                  <a:schemeClr val="tx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648" y="3593592"/>
            <a:ext cx="10680192" cy="2688336"/>
          </a:xfrm>
          <a:prstGeom prst="rect">
            <a:avLst/>
          </a:prstGeom>
        </p:spPr>
        <p:txBody>
          <a:bodyPr vert="horz" lIns="91440" tIns="45720" rIns="91440" bIns="45720" rtlCol="0">
            <a:normAutofit/>
          </a:bodyPr>
          <a:lstStyle>
            <a:lvl1pPr>
              <a:defRPr lang="en-US">
                <a:solidFill>
                  <a:schemeClr val="tx1"/>
                </a:solidFill>
              </a:defRPr>
            </a:lvl1pPr>
            <a:lvl2pPr>
              <a:defRPr lang="en-US">
                <a:solidFill>
                  <a:schemeClr val="tx1"/>
                </a:solidFill>
              </a:defRPr>
            </a:lvl2pPr>
            <a:lvl3pPr>
              <a:defRPr lang="en-US">
                <a:solidFill>
                  <a:schemeClr val="tx1"/>
                </a:solidFill>
              </a:defRPr>
            </a:lvl3pPr>
            <a:lvl4pPr>
              <a:defRPr lang="en-US">
                <a:solidFill>
                  <a:schemeClr val="tx1"/>
                </a:solidFill>
              </a:defRPr>
            </a:lvl4pPr>
            <a:lvl5pPr>
              <a:defRPr lang="en-US">
                <a:solidFill>
                  <a:schemeClr val="tx1"/>
                </a:solidFill>
              </a:defRPr>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9" name="Footer Placeholder 8">
            <a:extLst>
              <a:ext uri="{FF2B5EF4-FFF2-40B4-BE49-F238E27FC236}">
                <a16:creationId xmlns:a16="http://schemas.microsoft.com/office/drawing/2014/main" id="{F424D638-A40E-7DBE-0BDA-0653484A371B}"/>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10" name="Slide Number Placeholder 9">
            <a:extLst>
              <a:ext uri="{FF2B5EF4-FFF2-40B4-BE49-F238E27FC236}">
                <a16:creationId xmlns:a16="http://schemas.microsoft.com/office/drawing/2014/main" id="{D432539E-E64F-6ECB-8128-09189D20DDE8}"/>
              </a:ext>
            </a:extLst>
          </p:cNvPr>
          <p:cNvSpPr>
            <a:spLocks noGrp="1"/>
          </p:cNvSpPr>
          <p:nvPr>
            <p:ph type="sldNum" sz="quarter" idx="16"/>
          </p:nvPr>
        </p:nvSpPr>
        <p:spPr/>
        <p:txBody>
          <a:bodyPr/>
          <a:lstStyle>
            <a:lvl1pPr>
              <a:defRPr>
                <a:solidFill>
                  <a:schemeClr val="tx1"/>
                </a:solidFill>
              </a:defRPr>
            </a:lvl1pPr>
          </a:lstStyle>
          <a:p>
            <a:fld id="{8D252C1B-CBF0-4A4D-8F57-7FB989103249}" type="slidenum">
              <a:rPr lang="en-US" smtClean="0"/>
              <a:pPr/>
              <a:t>‹#›</a:t>
            </a:fld>
            <a:endParaRPr lang="en-US"/>
          </a:p>
        </p:txBody>
      </p:sp>
      <p:sp>
        <p:nvSpPr>
          <p:cNvPr id="7" name="Date Placeholder 6">
            <a:extLst>
              <a:ext uri="{FF2B5EF4-FFF2-40B4-BE49-F238E27FC236}">
                <a16:creationId xmlns:a16="http://schemas.microsoft.com/office/drawing/2014/main" id="{260958E1-1A6E-215C-E558-5C2B7E025D13}"/>
              </a:ext>
            </a:extLst>
          </p:cNvPr>
          <p:cNvSpPr>
            <a:spLocks noGrp="1"/>
          </p:cNvSpPr>
          <p:nvPr>
            <p:ph type="dt" sz="half" idx="14"/>
          </p:nvPr>
        </p:nvSpPr>
        <p:spPr/>
        <p:txBody>
          <a:bodyPr/>
          <a:lstStyle>
            <a:lvl1pPr>
              <a:defRPr>
                <a:solidFill>
                  <a:schemeClr val="tx1"/>
                </a:solidFill>
              </a:defRPr>
            </a:lvl1pPr>
          </a:lstStyle>
          <a:p>
            <a:fld id="{C893B396-7097-498E-8C2A-9D79ADCCCAED}" type="datetime4">
              <a:rPr lang="en-US" smtClean="0"/>
              <a:t>December 21, 2025</a:t>
            </a:fld>
            <a:endParaRPr lang="en-US"/>
          </a:p>
        </p:txBody>
      </p:sp>
    </p:spTree>
    <p:extLst>
      <p:ext uri="{BB962C8B-B14F-4D97-AF65-F5344CB8AC3E}">
        <p14:creationId xmlns:p14="http://schemas.microsoft.com/office/powerpoint/2010/main" val="2345424658"/>
      </p:ext>
    </p:extLst>
  </p:cSld>
  <p:clrMapOvr>
    <a:overrideClrMapping bg1="dk1" tx1="lt1" bg2="dk2" tx2="lt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E329EFD-F995-2B63-9CDE-9794EE624A63}"/>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89CBFB52-CE70-A084-2784-8ADA5CBB0506}"/>
              </a:ext>
              <a:ext uri="{C183D7F6-B498-43B3-948B-1728B52AA6E4}">
                <adec:decorative xmlns:adec="http://schemas.microsoft.com/office/drawing/2017/decorative" val="1"/>
              </a:ext>
            </a:extLst>
          </p:cNvPr>
          <p:cNvSpPr/>
          <p:nvPr/>
        </p:nvSpPr>
        <p:spPr>
          <a:xfrm>
            <a:off x="733197" y="1114197"/>
            <a:ext cx="4629606" cy="462960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59536" y="2441448"/>
            <a:ext cx="4389120" cy="1984248"/>
          </a:xfrm>
          <a:prstGeom prst="rect">
            <a:avLst/>
          </a:prstGeom>
        </p:spPr>
        <p:txBody>
          <a:bodyPr anchor="ctr">
            <a:normAutofit/>
          </a:bodyPr>
          <a:lstStyle>
            <a:lvl1pPr algn="ctr">
              <a:lnSpc>
                <a:spcPct val="120000"/>
              </a:lnSpc>
              <a:defRPr sz="4000">
                <a:solidFill>
                  <a:schemeClr val="bg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272786" y="1792224"/>
            <a:ext cx="4626864" cy="3529584"/>
          </a:xfrm>
          <a:prstGeom prst="rect">
            <a:avLst/>
          </a:prstGeom>
        </p:spPr>
        <p:txBody>
          <a:bodyPr vert="horz" lIns="91440" tIns="45720" rIns="91440" bIns="45720" rtlCol="0" anchor="ctr">
            <a:normAutofit/>
          </a:bodyPr>
          <a:lstStyle>
            <a:lvl1pPr marL="0" indent="0">
              <a:lnSpc>
                <a:spcPct val="130000"/>
              </a:lnSpc>
              <a:buNone/>
              <a:defRPr lang="en-US" sz="2400" dirty="0">
                <a:solidFill>
                  <a:schemeClr val="tx1"/>
                </a:solidFill>
              </a:defRPr>
            </a:lvl1pPr>
            <a:lvl2pPr marL="228600" indent="0">
              <a:lnSpc>
                <a:spcPct val="130000"/>
              </a:lnSpc>
              <a:buNone/>
              <a:defRPr lang="en-US" sz="2000" dirty="0">
                <a:solidFill>
                  <a:schemeClr val="tx1"/>
                </a:solidFill>
              </a:defRPr>
            </a:lvl2pPr>
            <a:lvl3pPr marL="457200" indent="0">
              <a:lnSpc>
                <a:spcPct val="130000"/>
              </a:lnSpc>
              <a:buNone/>
              <a:defRPr lang="en-US" sz="1800" dirty="0">
                <a:solidFill>
                  <a:schemeClr val="tx1"/>
                </a:solidFill>
              </a:defRPr>
            </a:lvl3pPr>
            <a:lvl4pPr marL="685800" indent="0">
              <a:lnSpc>
                <a:spcPct val="130000"/>
              </a:lnSpc>
              <a:buNone/>
              <a:defRPr lang="en-US" sz="1600" dirty="0">
                <a:solidFill>
                  <a:schemeClr val="tx1"/>
                </a:solidFill>
              </a:defRPr>
            </a:lvl4pPr>
            <a:lvl5pPr marL="914400" indent="0">
              <a:lnSpc>
                <a:spcPct val="130000"/>
              </a:lnSpc>
              <a:buNone/>
              <a:defRPr lang="en-US" sz="1400"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Footer Placeholder 11">
            <a:extLst>
              <a:ext uri="{FF2B5EF4-FFF2-40B4-BE49-F238E27FC236}">
                <a16:creationId xmlns:a16="http://schemas.microsoft.com/office/drawing/2014/main" id="{AD01EFD6-9B00-587B-896E-04546E348CB7}"/>
              </a:ext>
            </a:extLst>
          </p:cNvPr>
          <p:cNvSpPr>
            <a:spLocks noGrp="1"/>
          </p:cNvSpPr>
          <p:nvPr>
            <p:ph type="ftr" sz="quarter" idx="16"/>
          </p:nvPr>
        </p:nvSpPr>
        <p:spPr/>
        <p:txBody>
          <a:bodyPr/>
          <a:lstStyle>
            <a:lvl1pPr>
              <a:defRPr>
                <a:solidFill>
                  <a:schemeClr val="tx1"/>
                </a:solidFill>
              </a:defRPr>
            </a:lvl1pPr>
          </a:lstStyle>
          <a:p>
            <a:r>
              <a:rPr lang="en-US"/>
              <a:t>Sample Footer Text</a:t>
            </a:r>
          </a:p>
        </p:txBody>
      </p:sp>
      <p:sp>
        <p:nvSpPr>
          <p:cNvPr id="13" name="Slide Number Placeholder 12">
            <a:extLst>
              <a:ext uri="{FF2B5EF4-FFF2-40B4-BE49-F238E27FC236}">
                <a16:creationId xmlns:a16="http://schemas.microsoft.com/office/drawing/2014/main" id="{16E3DBA5-3A5D-C80F-F079-E97456BEC2FA}"/>
              </a:ext>
            </a:extLst>
          </p:cNvPr>
          <p:cNvSpPr>
            <a:spLocks noGrp="1"/>
          </p:cNvSpPr>
          <p:nvPr>
            <p:ph type="sldNum" sz="quarter" idx="17"/>
          </p:nvPr>
        </p:nvSpPr>
        <p:spPr/>
        <p:txBody>
          <a:bodyPr/>
          <a:lstStyle>
            <a:lvl1pPr>
              <a:defRPr>
                <a:solidFill>
                  <a:schemeClr val="tx1"/>
                </a:solidFill>
              </a:defRPr>
            </a:lvl1pPr>
          </a:lstStyle>
          <a:p>
            <a:fld id="{8D252C1B-CBF0-4A4D-8F57-7FB989103249}" type="slidenum">
              <a:rPr lang="en-US" smtClean="0"/>
              <a:pPr/>
              <a:t>‹#›</a:t>
            </a:fld>
            <a:endParaRPr lang="en-US"/>
          </a:p>
        </p:txBody>
      </p:sp>
      <p:sp>
        <p:nvSpPr>
          <p:cNvPr id="11" name="Date Placeholder 10">
            <a:extLst>
              <a:ext uri="{FF2B5EF4-FFF2-40B4-BE49-F238E27FC236}">
                <a16:creationId xmlns:a16="http://schemas.microsoft.com/office/drawing/2014/main" id="{7470B87B-1EC8-FB40-1A35-1CFC24500D80}"/>
              </a:ext>
            </a:extLst>
          </p:cNvPr>
          <p:cNvSpPr>
            <a:spLocks noGrp="1"/>
          </p:cNvSpPr>
          <p:nvPr>
            <p:ph type="dt" sz="half" idx="15"/>
          </p:nvPr>
        </p:nvSpPr>
        <p:spPr/>
        <p:txBody>
          <a:bodyPr/>
          <a:lstStyle>
            <a:lvl1pPr>
              <a:defRPr>
                <a:solidFill>
                  <a:schemeClr val="tx1"/>
                </a:solidFill>
              </a:defRPr>
            </a:lvl1pPr>
          </a:lstStyle>
          <a:p>
            <a:fld id="{F6C243A7-CA09-4236-A001-D0FE00D74803}" type="datetime4">
              <a:rPr lang="en-US" smtClean="0"/>
              <a:t>December 21, 2025</a:t>
            </a:fld>
            <a:endParaRPr lang="en-US"/>
          </a:p>
        </p:txBody>
      </p:sp>
    </p:spTree>
    <p:extLst>
      <p:ext uri="{BB962C8B-B14F-4D97-AF65-F5344CB8AC3E}">
        <p14:creationId xmlns:p14="http://schemas.microsoft.com/office/powerpoint/2010/main" val="3539985581"/>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 /><Relationship Id="rId18" Type="http://schemas.openxmlformats.org/officeDocument/2006/relationships/slideLayout" Target="../slideLayouts/slideLayout18.xml" /><Relationship Id="rId26" Type="http://schemas.openxmlformats.org/officeDocument/2006/relationships/slideLayout" Target="../slideLayouts/slideLayout26.xml" /><Relationship Id="rId39" Type="http://schemas.openxmlformats.org/officeDocument/2006/relationships/slideLayout" Target="../slideLayouts/slideLayout39.xml" /><Relationship Id="rId21" Type="http://schemas.openxmlformats.org/officeDocument/2006/relationships/slideLayout" Target="../slideLayouts/slideLayout21.xml" /><Relationship Id="rId34" Type="http://schemas.openxmlformats.org/officeDocument/2006/relationships/slideLayout" Target="../slideLayouts/slideLayout34.xml" /><Relationship Id="rId42" Type="http://schemas.openxmlformats.org/officeDocument/2006/relationships/slideLayout" Target="../slideLayouts/slideLayout42.xml" /><Relationship Id="rId47" Type="http://schemas.openxmlformats.org/officeDocument/2006/relationships/slideLayout" Target="../slideLayouts/slideLayout47.xml" /><Relationship Id="rId50" Type="http://schemas.openxmlformats.org/officeDocument/2006/relationships/slideLayout" Target="../slideLayouts/slideLayout50.xml" /><Relationship Id="rId55" Type="http://schemas.openxmlformats.org/officeDocument/2006/relationships/theme" Target="../theme/theme1.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slideLayout" Target="../slideLayouts/slideLayout17.xml" /><Relationship Id="rId25" Type="http://schemas.openxmlformats.org/officeDocument/2006/relationships/slideLayout" Target="../slideLayouts/slideLayout25.xml" /><Relationship Id="rId33" Type="http://schemas.openxmlformats.org/officeDocument/2006/relationships/slideLayout" Target="../slideLayouts/slideLayout33.xml" /><Relationship Id="rId38" Type="http://schemas.openxmlformats.org/officeDocument/2006/relationships/slideLayout" Target="../slideLayouts/slideLayout38.xml" /><Relationship Id="rId46" Type="http://schemas.openxmlformats.org/officeDocument/2006/relationships/slideLayout" Target="../slideLayouts/slideLayout46.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20" Type="http://schemas.openxmlformats.org/officeDocument/2006/relationships/slideLayout" Target="../slideLayouts/slideLayout20.xml" /><Relationship Id="rId29" Type="http://schemas.openxmlformats.org/officeDocument/2006/relationships/slideLayout" Target="../slideLayouts/slideLayout29.xml" /><Relationship Id="rId41" Type="http://schemas.openxmlformats.org/officeDocument/2006/relationships/slideLayout" Target="../slideLayouts/slideLayout41.xml" /><Relationship Id="rId54" Type="http://schemas.openxmlformats.org/officeDocument/2006/relationships/slideLayout" Target="../slideLayouts/slideLayout54.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24" Type="http://schemas.openxmlformats.org/officeDocument/2006/relationships/slideLayout" Target="../slideLayouts/slideLayout24.xml" /><Relationship Id="rId32" Type="http://schemas.openxmlformats.org/officeDocument/2006/relationships/slideLayout" Target="../slideLayouts/slideLayout32.xml" /><Relationship Id="rId37" Type="http://schemas.openxmlformats.org/officeDocument/2006/relationships/slideLayout" Target="../slideLayouts/slideLayout37.xml" /><Relationship Id="rId40" Type="http://schemas.openxmlformats.org/officeDocument/2006/relationships/slideLayout" Target="../slideLayouts/slideLayout40.xml" /><Relationship Id="rId45" Type="http://schemas.openxmlformats.org/officeDocument/2006/relationships/slideLayout" Target="../slideLayouts/slideLayout45.xml" /><Relationship Id="rId53" Type="http://schemas.openxmlformats.org/officeDocument/2006/relationships/slideLayout" Target="../slideLayouts/slideLayout53.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23" Type="http://schemas.openxmlformats.org/officeDocument/2006/relationships/slideLayout" Target="../slideLayouts/slideLayout23.xml" /><Relationship Id="rId28" Type="http://schemas.openxmlformats.org/officeDocument/2006/relationships/slideLayout" Target="../slideLayouts/slideLayout28.xml" /><Relationship Id="rId36" Type="http://schemas.openxmlformats.org/officeDocument/2006/relationships/slideLayout" Target="../slideLayouts/slideLayout36.xml" /><Relationship Id="rId49" Type="http://schemas.openxmlformats.org/officeDocument/2006/relationships/slideLayout" Target="../slideLayouts/slideLayout49.xml" /><Relationship Id="rId10" Type="http://schemas.openxmlformats.org/officeDocument/2006/relationships/slideLayout" Target="../slideLayouts/slideLayout10.xml" /><Relationship Id="rId19" Type="http://schemas.openxmlformats.org/officeDocument/2006/relationships/slideLayout" Target="../slideLayouts/slideLayout19.xml" /><Relationship Id="rId31" Type="http://schemas.openxmlformats.org/officeDocument/2006/relationships/slideLayout" Target="../slideLayouts/slideLayout31.xml" /><Relationship Id="rId44" Type="http://schemas.openxmlformats.org/officeDocument/2006/relationships/slideLayout" Target="../slideLayouts/slideLayout44.xml" /><Relationship Id="rId52" Type="http://schemas.openxmlformats.org/officeDocument/2006/relationships/slideLayout" Target="../slideLayouts/slideLayout52.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 Id="rId22" Type="http://schemas.openxmlformats.org/officeDocument/2006/relationships/slideLayout" Target="../slideLayouts/slideLayout22.xml" /><Relationship Id="rId27" Type="http://schemas.openxmlformats.org/officeDocument/2006/relationships/slideLayout" Target="../slideLayouts/slideLayout27.xml" /><Relationship Id="rId30" Type="http://schemas.openxmlformats.org/officeDocument/2006/relationships/slideLayout" Target="../slideLayouts/slideLayout30.xml" /><Relationship Id="rId35" Type="http://schemas.openxmlformats.org/officeDocument/2006/relationships/slideLayout" Target="../slideLayouts/slideLayout35.xml" /><Relationship Id="rId43" Type="http://schemas.openxmlformats.org/officeDocument/2006/relationships/slideLayout" Target="../slideLayouts/slideLayout43.xml" /><Relationship Id="rId48" Type="http://schemas.openxmlformats.org/officeDocument/2006/relationships/slideLayout" Target="../slideLayouts/slideLayout48.xml" /><Relationship Id="rId8" Type="http://schemas.openxmlformats.org/officeDocument/2006/relationships/slideLayout" Target="../slideLayouts/slideLayout8.xml" /><Relationship Id="rId51" Type="http://schemas.openxmlformats.org/officeDocument/2006/relationships/slideLayout" Target="../slideLayouts/slideLayout51.xml" /><Relationship Id="rId3" Type="http://schemas.openxmlformats.org/officeDocument/2006/relationships/slideLayout" Target="../slideLayouts/slideLayout3.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Title Placeholder 7">
            <a:extLst>
              <a:ext uri="{FF2B5EF4-FFF2-40B4-BE49-F238E27FC236}">
                <a16:creationId xmlns:a16="http://schemas.microsoft.com/office/drawing/2014/main" id="{84B65554-DB7D-CC81-D612-8170BD715444}"/>
              </a:ext>
            </a:extLst>
          </p:cNvPr>
          <p:cNvSpPr>
            <a:spLocks noGrp="1"/>
          </p:cNvSpPr>
          <p:nvPr>
            <p:ph type="title"/>
          </p:nvPr>
        </p:nvSpPr>
        <p:spPr>
          <a:xfrm>
            <a:off x="612648" y="365125"/>
            <a:ext cx="10515600" cy="1325563"/>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46EA75EC-5FB9-4085-AA9C-B50367B6E92D}"/>
              </a:ext>
            </a:extLst>
          </p:cNvPr>
          <p:cNvSpPr>
            <a:spLocks noGrp="1"/>
          </p:cNvSpPr>
          <p:nvPr>
            <p:ph type="body" idx="1"/>
          </p:nvPr>
        </p:nvSpPr>
        <p:spPr>
          <a:xfrm>
            <a:off x="612648"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673E5B98-AB07-09F6-04F8-C2EB3C12CD78}"/>
              </a:ext>
            </a:extLst>
          </p:cNvPr>
          <p:cNvSpPr>
            <a:spLocks noGrp="1"/>
          </p:cNvSpPr>
          <p:nvPr>
            <p:ph type="ftr" sz="quarter" idx="3"/>
          </p:nvPr>
        </p:nvSpPr>
        <p:spPr>
          <a:xfrm rot="5400000">
            <a:off x="10469880" y="1609344"/>
            <a:ext cx="2670048" cy="365125"/>
          </a:xfrm>
          <a:prstGeom prst="rect">
            <a:avLst/>
          </a:prstGeom>
        </p:spPr>
        <p:txBody>
          <a:bodyPr vert="horz" lIns="91440" tIns="45720" rIns="91440" bIns="45720" rtlCol="0" anchor="ctr"/>
          <a:lstStyle>
            <a:lvl1pPr algn="r">
              <a:defRPr sz="700" b="1" cap="all" spc="300" baseline="0">
                <a:solidFill>
                  <a:schemeClr val="tx1"/>
                </a:solidFill>
              </a:defRPr>
            </a:lvl1pPr>
          </a:lstStyle>
          <a:p>
            <a:pPr algn="r"/>
            <a:r>
              <a:rPr lang="en-US"/>
              <a:t>Sample Footer Text</a:t>
            </a:r>
          </a:p>
        </p:txBody>
      </p:sp>
      <p:sp>
        <p:nvSpPr>
          <p:cNvPr id="6" name="Slide Number Placeholder 5">
            <a:extLst>
              <a:ext uri="{FF2B5EF4-FFF2-40B4-BE49-F238E27FC236}">
                <a16:creationId xmlns:a16="http://schemas.microsoft.com/office/drawing/2014/main" id="{0332D13A-F013-C2CA-B786-0E62D0843407}"/>
              </a:ext>
            </a:extLst>
          </p:cNvPr>
          <p:cNvSpPr>
            <a:spLocks noGrp="1"/>
          </p:cNvSpPr>
          <p:nvPr>
            <p:ph type="sldNum" sz="quarter" idx="4"/>
          </p:nvPr>
        </p:nvSpPr>
        <p:spPr>
          <a:xfrm>
            <a:off x="11494008" y="3218688"/>
            <a:ext cx="630936" cy="429768"/>
          </a:xfrm>
          <a:prstGeom prst="rect">
            <a:avLst/>
          </a:prstGeom>
        </p:spPr>
        <p:txBody>
          <a:bodyPr vert="horz" lIns="91440" tIns="45720" rIns="91440" bIns="45720" rtlCol="0" anchor="ctr"/>
          <a:lstStyle>
            <a:lvl1pPr algn="ctr">
              <a:defRPr sz="1600" b="1">
                <a:solidFill>
                  <a:schemeClr val="tx1"/>
                </a:solidFill>
                <a:latin typeface="+mj-lt"/>
              </a:defRPr>
            </a:lvl1pPr>
          </a:lstStyle>
          <a:p>
            <a:pPr algn="ctr"/>
            <a:fld id="{8D252C1B-CBF0-4A4D-8F57-7FB989103249}" type="slidenum">
              <a:rPr lang="en-US" smtClean="0"/>
              <a:pPr algn="ctr"/>
              <a:t>‹#›</a:t>
            </a:fld>
            <a:endParaRPr lang="en-US"/>
          </a:p>
        </p:txBody>
      </p:sp>
      <p:sp>
        <p:nvSpPr>
          <p:cNvPr id="4" name="Date Placeholder 3">
            <a:extLst>
              <a:ext uri="{FF2B5EF4-FFF2-40B4-BE49-F238E27FC236}">
                <a16:creationId xmlns:a16="http://schemas.microsoft.com/office/drawing/2014/main" id="{1E9F681B-72AC-AD9A-C239-A41763E16ADA}"/>
              </a:ext>
            </a:extLst>
          </p:cNvPr>
          <p:cNvSpPr>
            <a:spLocks noGrp="1"/>
          </p:cNvSpPr>
          <p:nvPr>
            <p:ph type="dt" sz="half" idx="2"/>
          </p:nvPr>
        </p:nvSpPr>
        <p:spPr>
          <a:xfrm rot="5400000">
            <a:off x="10479024" y="4882896"/>
            <a:ext cx="2670048" cy="365125"/>
          </a:xfrm>
          <a:prstGeom prst="rect">
            <a:avLst/>
          </a:prstGeom>
        </p:spPr>
        <p:txBody>
          <a:bodyPr vert="horz" lIns="91440" tIns="45720" rIns="91440" bIns="45720" rtlCol="0" anchor="ctr"/>
          <a:lstStyle>
            <a:lvl1pPr algn="l">
              <a:defRPr sz="700" b="1" cap="all" spc="300" baseline="0">
                <a:solidFill>
                  <a:schemeClr val="tx1"/>
                </a:solidFill>
              </a:defRPr>
            </a:lvl1pPr>
          </a:lstStyle>
          <a:p>
            <a:fld id="{6EA11648-0C4F-47A6-87C5-F11B07111556}" type="datetime4">
              <a:rPr lang="en-US" smtClean="0"/>
              <a:t>December 21, 2025</a:t>
            </a:fld>
            <a:endParaRPr lang="en-US"/>
          </a:p>
        </p:txBody>
      </p:sp>
    </p:spTree>
    <p:extLst>
      <p:ext uri="{BB962C8B-B14F-4D97-AF65-F5344CB8AC3E}">
        <p14:creationId xmlns:p14="http://schemas.microsoft.com/office/powerpoint/2010/main" val="179881722"/>
      </p:ext>
    </p:extLst>
  </p:cSld>
  <p:clrMap bg1="lt1" tx1="dk1" bg2="lt2" tx2="dk2" accent1="accent1" accent2="accent2" accent3="accent3" accent4="accent4" accent5="accent5" accent6="accent6" hlink="hlink" folHlink="folHlink"/>
  <p:sldLayoutIdLst>
    <p:sldLayoutId id="2147483873" r:id="rId1"/>
    <p:sldLayoutId id="2147483882" r:id="rId2"/>
    <p:sldLayoutId id="2147483871" r:id="rId3"/>
    <p:sldLayoutId id="2147483872" r:id="rId4"/>
    <p:sldLayoutId id="2147483874" r:id="rId5"/>
    <p:sldLayoutId id="2147483867" r:id="rId6"/>
    <p:sldLayoutId id="2147483868" r:id="rId7"/>
    <p:sldLayoutId id="2147483869" r:id="rId8"/>
    <p:sldLayoutId id="2147483870" r:id="rId9"/>
    <p:sldLayoutId id="2147483875" r:id="rId10"/>
    <p:sldLayoutId id="2147483877" r:id="rId11"/>
    <p:sldLayoutId id="2147483878" r:id="rId12"/>
    <p:sldLayoutId id="2147483879" r:id="rId13"/>
    <p:sldLayoutId id="2147483883" r:id="rId14"/>
    <p:sldLayoutId id="2147483884" r:id="rId15"/>
    <p:sldLayoutId id="2147483885" r:id="rId16"/>
    <p:sldLayoutId id="2147483886" r:id="rId17"/>
    <p:sldLayoutId id="2147483887" r:id="rId18"/>
    <p:sldLayoutId id="2147483888" r:id="rId19"/>
    <p:sldLayoutId id="2147483889" r:id="rId20"/>
    <p:sldLayoutId id="2147483890" r:id="rId21"/>
    <p:sldLayoutId id="2147483891" r:id="rId22"/>
    <p:sldLayoutId id="2147483892" r:id="rId23"/>
    <p:sldLayoutId id="2147483893" r:id="rId24"/>
    <p:sldLayoutId id="2147483894" r:id="rId25"/>
    <p:sldLayoutId id="2147483895" r:id="rId26"/>
    <p:sldLayoutId id="2147483896" r:id="rId27"/>
    <p:sldLayoutId id="2147483897" r:id="rId28"/>
    <p:sldLayoutId id="2147483898" r:id="rId29"/>
    <p:sldLayoutId id="2147483899" r:id="rId30"/>
    <p:sldLayoutId id="2147483900" r:id="rId31"/>
    <p:sldLayoutId id="2147483901" r:id="rId32"/>
    <p:sldLayoutId id="2147483902" r:id="rId33"/>
    <p:sldLayoutId id="2147483903" r:id="rId34"/>
    <p:sldLayoutId id="2147483904" r:id="rId35"/>
    <p:sldLayoutId id="2147483905" r:id="rId36"/>
    <p:sldLayoutId id="2147483928" r:id="rId37"/>
    <p:sldLayoutId id="2147483929" r:id="rId38"/>
    <p:sldLayoutId id="2147483930" r:id="rId39"/>
    <p:sldLayoutId id="2147483909" r:id="rId40"/>
    <p:sldLayoutId id="2147483910" r:id="rId41"/>
    <p:sldLayoutId id="2147483911" r:id="rId42"/>
    <p:sldLayoutId id="2147483924" r:id="rId43"/>
    <p:sldLayoutId id="2147483925" r:id="rId44"/>
    <p:sldLayoutId id="2147483926" r:id="rId45"/>
    <p:sldLayoutId id="2147483927" r:id="rId46"/>
    <p:sldLayoutId id="2147483916" r:id="rId47"/>
    <p:sldLayoutId id="2147483917" r:id="rId48"/>
    <p:sldLayoutId id="2147483918" r:id="rId49"/>
    <p:sldLayoutId id="2147483919" r:id="rId50"/>
    <p:sldLayoutId id="2147483920" r:id="rId51"/>
    <p:sldLayoutId id="2147483921" r:id="rId52"/>
    <p:sldLayoutId id="2147483922" r:id="rId53"/>
    <p:sldLayoutId id="2147483923" r:id="rId54"/>
  </p:sldLayoutIdLst>
  <p:hf sldNum="0" hdr="0" ftr="0" dt="0"/>
  <p:txStyles>
    <p:titleStyle>
      <a:lvl1pPr algn="l" defTabSz="914400" rtl="0" eaLnBrk="1" latinLnBrk="0" hangingPunct="1">
        <a:lnSpc>
          <a:spcPct val="120000"/>
        </a:lnSpc>
        <a:spcBef>
          <a:spcPct val="0"/>
        </a:spcBef>
        <a:buNone/>
        <a:defRPr lang="en-US" sz="2800" b="1" kern="1200" cap="all" spc="500" baseline="0" dirty="0">
          <a:solidFill>
            <a:schemeClr val="tx1"/>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lang="en-US" sz="1400" kern="1200" smtClean="0">
          <a:solidFill>
            <a:schemeClr val="tx1"/>
          </a:solidFill>
          <a:latin typeface="+mn-lt"/>
          <a:ea typeface="+mn-ea"/>
          <a:cs typeface="+mn-cs"/>
        </a:defRPr>
      </a:lvl1pPr>
      <a:lvl2pPr marL="457200" indent="-228600" algn="l" defTabSz="914400" rtl="0" eaLnBrk="1" latinLnBrk="0" hangingPunct="1">
        <a:lnSpc>
          <a:spcPct val="130000"/>
        </a:lnSpc>
        <a:spcBef>
          <a:spcPts val="500"/>
        </a:spcBef>
        <a:buFont typeface="Arial" panose="020B0604020202020204" pitchFamily="34" charset="0"/>
        <a:buChar char="•"/>
        <a:defRPr lang="en-US" sz="1400" kern="1200" smtClean="0">
          <a:solidFill>
            <a:schemeClr val="tx1"/>
          </a:solidFill>
          <a:latin typeface="+mn-lt"/>
          <a:ea typeface="+mn-ea"/>
          <a:cs typeface="+mn-cs"/>
        </a:defRPr>
      </a:lvl2pPr>
      <a:lvl3pPr marL="685800" indent="-228600" algn="l" defTabSz="914400" rtl="0" eaLnBrk="1" latinLnBrk="0" hangingPunct="1">
        <a:lnSpc>
          <a:spcPct val="130000"/>
        </a:lnSpc>
        <a:spcBef>
          <a:spcPts val="500"/>
        </a:spcBef>
        <a:buFont typeface="Arial" panose="020B0604020202020204" pitchFamily="34" charset="0"/>
        <a:buChar char="•"/>
        <a:defRPr lang="en-US" sz="1400" kern="1200" smtClean="0">
          <a:solidFill>
            <a:schemeClr val="tx1"/>
          </a:solidFill>
          <a:latin typeface="+mn-lt"/>
          <a:ea typeface="+mn-ea"/>
          <a:cs typeface="+mn-cs"/>
        </a:defRPr>
      </a:lvl3pPr>
      <a:lvl4pPr marL="914400" indent="-228600" algn="l" defTabSz="914400" rtl="0" eaLnBrk="1" latinLnBrk="0" hangingPunct="1">
        <a:lnSpc>
          <a:spcPct val="130000"/>
        </a:lnSpc>
        <a:spcBef>
          <a:spcPts val="500"/>
        </a:spcBef>
        <a:buFont typeface="Arial" panose="020B0604020202020204" pitchFamily="34" charset="0"/>
        <a:buChar char="•"/>
        <a:defRPr lang="en-US" sz="1400" kern="1200" smtClean="0">
          <a:solidFill>
            <a:schemeClr val="tx1"/>
          </a:solidFill>
          <a:latin typeface="+mn-lt"/>
          <a:ea typeface="+mn-ea"/>
          <a:cs typeface="+mn-cs"/>
        </a:defRPr>
      </a:lvl4pPr>
      <a:lvl5pPr marL="1143000" indent="-228600" algn="l" defTabSz="914400" rtl="0" eaLnBrk="1" latinLnBrk="0" hangingPunct="1">
        <a:lnSpc>
          <a:spcPct val="130000"/>
        </a:lnSpc>
        <a:spcBef>
          <a:spcPts val="500"/>
        </a:spcBef>
        <a:buFont typeface="Arial" panose="020B0604020202020204" pitchFamily="34" charset="0"/>
        <a:buChar char="•"/>
        <a:defRPr lang="en-US"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8.xml"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10.xml" /></Relationships>
</file>

<file path=ppt/slides/_rels/slide3.xml.rels><?xml version="1.0" encoding="UTF-8" standalone="yes"?>
<Relationships xmlns="http://schemas.openxmlformats.org/package/2006/relationships"><Relationship Id="rId3" Type="http://schemas.openxmlformats.org/officeDocument/2006/relationships/image" Target="../media/image7.jpeg" /><Relationship Id="rId2" Type="http://schemas.openxmlformats.org/officeDocument/2006/relationships/notesSlide" Target="../notesSlides/notesSlide3.xml" /><Relationship Id="rId1" Type="http://schemas.openxmlformats.org/officeDocument/2006/relationships/slideLayout" Target="../slideLayouts/slideLayout35.xml"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10.xml" /></Relationships>
</file>

<file path=ppt/slides/_rels/slide5.xml.rels><?xml version="1.0" encoding="UTF-8" standalone="yes"?>
<Relationships xmlns="http://schemas.openxmlformats.org/package/2006/relationships"><Relationship Id="rId3" Type="http://schemas.openxmlformats.org/officeDocument/2006/relationships/image" Target="../media/image8.jpeg" /><Relationship Id="rId2" Type="http://schemas.openxmlformats.org/officeDocument/2006/relationships/notesSlide" Target="../notesSlides/notesSlide5.xml" /><Relationship Id="rId1" Type="http://schemas.openxmlformats.org/officeDocument/2006/relationships/slideLayout" Target="../slideLayouts/slideLayout35.xml" /></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 /><Relationship Id="rId1" Type="http://schemas.openxmlformats.org/officeDocument/2006/relationships/slideLayout" Target="../slideLayouts/slideLayout10.xml" /></Relationships>
</file>

<file path=ppt/slides/_rels/slide7.xml.rels><?xml version="1.0" encoding="UTF-8" standalone="yes"?>
<Relationships xmlns="http://schemas.openxmlformats.org/package/2006/relationships"><Relationship Id="rId3" Type="http://schemas.openxmlformats.org/officeDocument/2006/relationships/image" Target="../media/image9.jpeg" /><Relationship Id="rId2" Type="http://schemas.openxmlformats.org/officeDocument/2006/relationships/notesSlide" Target="../notesSlides/notesSlide7.xml" /><Relationship Id="rId1" Type="http://schemas.openxmlformats.org/officeDocument/2006/relationships/slideLayout" Target="../slideLayouts/slideLayout35.xml" /></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 /><Relationship Id="rId1" Type="http://schemas.openxmlformats.org/officeDocument/2006/relationships/slideLayout" Target="../slideLayouts/slideLayout10.xml" /></Relationships>
</file>

<file path=ppt/slides/_rels/slide9.xml.rels><?xml version="1.0" encoding="UTF-8" standalone="yes"?>
<Relationships xmlns="http://schemas.openxmlformats.org/package/2006/relationships"><Relationship Id="rId3" Type="http://schemas.openxmlformats.org/officeDocument/2006/relationships/image" Target="../media/image10.jpeg" /><Relationship Id="rId2" Type="http://schemas.openxmlformats.org/officeDocument/2006/relationships/notesSlide" Target="../notesSlides/notesSlide9.xml" /><Relationship Id="rId1" Type="http://schemas.openxmlformats.org/officeDocument/2006/relationships/slideLayout" Target="../slideLayouts/slideLayout47.xml" /></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 /><Relationship Id="rId1" Type="http://schemas.openxmlformats.org/officeDocument/2006/relationships/slideLayout" Target="../slideLayouts/slideLayout10.xml" /></Relationships>
</file>

<file path=ppt/slides/_rels/slide11.xml.rels><?xml version="1.0" encoding="UTF-8" standalone="yes"?>
<Relationships xmlns="http://schemas.openxmlformats.org/package/2006/relationships"><Relationship Id="rId3" Type="http://schemas.openxmlformats.org/officeDocument/2006/relationships/image" Target="../media/image11.jpeg" /><Relationship Id="rId2" Type="http://schemas.openxmlformats.org/officeDocument/2006/relationships/notesSlide" Target="../notesSlides/notesSlide11.xml" /><Relationship Id="rId1" Type="http://schemas.openxmlformats.org/officeDocument/2006/relationships/slideLayout" Target="../slideLayouts/slideLayout29.xml" /></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 /><Relationship Id="rId1" Type="http://schemas.openxmlformats.org/officeDocument/2006/relationships/slideLayout" Target="../slideLayouts/slideLayout10.xml" /></Relationships>
</file>

<file path=ppt/slides/_rels/slide13.xml.rels><?xml version="1.0" encoding="UTF-8" standalone="yes"?>
<Relationships xmlns="http://schemas.openxmlformats.org/package/2006/relationships"><Relationship Id="rId3" Type="http://schemas.openxmlformats.org/officeDocument/2006/relationships/image" Target="../media/image12.jpeg" /><Relationship Id="rId2" Type="http://schemas.openxmlformats.org/officeDocument/2006/relationships/notesSlide" Target="../notesSlides/notesSlide13.xml" /><Relationship Id="rId1" Type="http://schemas.openxmlformats.org/officeDocument/2006/relationships/slideLayout" Target="../slideLayouts/slideLayout35.xml" /></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 /><Relationship Id="rId1" Type="http://schemas.openxmlformats.org/officeDocument/2006/relationships/slideLayout" Target="../slideLayouts/slideLayout10.xml" /></Relationships>
</file>

<file path=ppt/slides/_rels/slide15.xml.rels><?xml version="1.0" encoding="UTF-8" standalone="yes"?>
<Relationships xmlns="http://schemas.openxmlformats.org/package/2006/relationships"><Relationship Id="rId3" Type="http://schemas.openxmlformats.org/officeDocument/2006/relationships/image" Target="../media/image13.jpeg" /><Relationship Id="rId2" Type="http://schemas.openxmlformats.org/officeDocument/2006/relationships/notesSlide" Target="../notesSlides/notesSlide15.xml" /><Relationship Id="rId1" Type="http://schemas.openxmlformats.org/officeDocument/2006/relationships/slideLayout" Target="../slideLayouts/slideLayout29.xml" /></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 /><Relationship Id="rId1" Type="http://schemas.openxmlformats.org/officeDocument/2006/relationships/slideLayout" Target="../slideLayouts/slideLayout10.xml" /></Relationships>
</file>

<file path=ppt/slides/_rels/slide17.xml.rels><?xml version="1.0" encoding="UTF-8" standalone="yes"?>
<Relationships xmlns="http://schemas.openxmlformats.org/package/2006/relationships"><Relationship Id="rId3" Type="http://schemas.openxmlformats.org/officeDocument/2006/relationships/image" Target="../media/image14.jpeg" /><Relationship Id="rId2" Type="http://schemas.openxmlformats.org/officeDocument/2006/relationships/notesSlide" Target="../notesSlides/notesSlide17.xml" /><Relationship Id="rId1" Type="http://schemas.openxmlformats.org/officeDocument/2006/relationships/slideLayout" Target="../slideLayouts/slideLayout35.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D5902-B184-E45E-9EE7-C1A2D804B7D3}"/>
              </a:ext>
            </a:extLst>
          </p:cNvPr>
          <p:cNvSpPr>
            <a:spLocks noGrp="1"/>
          </p:cNvSpPr>
          <p:nvPr>
            <p:ph type="ctrTitle"/>
          </p:nvPr>
        </p:nvSpPr>
        <p:spPr>
          <a:xfrm>
            <a:off x="2286000" y="1746504"/>
            <a:ext cx="7616952" cy="1883664"/>
          </a:xfrm>
        </p:spPr>
        <p:txBody>
          <a:bodyPr anchor="ctr">
            <a:normAutofit/>
          </a:bodyPr>
          <a:lstStyle/>
          <a:p>
            <a:pPr>
              <a:lnSpc>
                <a:spcPct val="110000"/>
              </a:lnSpc>
            </a:pPr>
            <a:r>
              <a:rPr lang="en-US" sz="3700"/>
              <a:t>Microsoft Elevate: AI સ્કિલિંગ પ્રોગ્રામ K–12 શિક્ષકો માટે</a:t>
            </a:r>
          </a:p>
        </p:txBody>
      </p:sp>
      <p:sp>
        <p:nvSpPr>
          <p:cNvPr id="3" name="Subtitle 2">
            <a:extLst>
              <a:ext uri="{FF2B5EF4-FFF2-40B4-BE49-F238E27FC236}">
                <a16:creationId xmlns:a16="http://schemas.microsoft.com/office/drawing/2014/main" id="{E97403EC-7EAB-3A34-51CA-D4B9E9E43C7A}"/>
              </a:ext>
            </a:extLst>
          </p:cNvPr>
          <p:cNvSpPr>
            <a:spLocks noGrp="1"/>
          </p:cNvSpPr>
          <p:nvPr>
            <p:ph type="subTitle" idx="1"/>
          </p:nvPr>
        </p:nvSpPr>
        <p:spPr>
          <a:xfrm>
            <a:off x="2286000" y="4288536"/>
            <a:ext cx="7616952" cy="1042416"/>
          </a:xfrm>
        </p:spPr>
        <p:txBody>
          <a:bodyPr anchor="ctr">
            <a:normAutofit/>
          </a:bodyPr>
          <a:lstStyle/>
          <a:p>
            <a:r>
              <a:rPr lang="en-US"/>
              <a:t>શિક્ષકો માટે કાર્યક્ષમ AI તાલીમ અને વિકાસ</a:t>
            </a:r>
          </a:p>
        </p:txBody>
      </p:sp>
    </p:spTree>
    <p:extLst>
      <p:ext uri="{BB962C8B-B14F-4D97-AF65-F5344CB8AC3E}">
        <p14:creationId xmlns:p14="http://schemas.microsoft.com/office/powerpoint/2010/main" val="2864769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10"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A04AA7-D3B7-8ABC-9CB6-1EC67E97575A}"/>
              </a:ext>
            </a:extLst>
          </p:cNvPr>
          <p:cNvSpPr>
            <a:spLocks noGrp="1"/>
          </p:cNvSpPr>
          <p:nvPr>
            <p:ph type="ctrTitle"/>
          </p:nvPr>
        </p:nvSpPr>
        <p:spPr>
          <a:xfrm>
            <a:off x="992091" y="2514602"/>
            <a:ext cx="6812280" cy="3194302"/>
          </a:xfrm>
        </p:spPr>
        <p:txBody>
          <a:bodyPr anchor="b">
            <a:normAutofit/>
          </a:bodyPr>
          <a:lstStyle/>
          <a:p>
            <a:r>
              <a:rPr lang="en-US"/>
              <a:t>પરિચય અને AI શું છે?</a:t>
            </a:r>
          </a:p>
        </p:txBody>
      </p:sp>
    </p:spTree>
    <p:extLst>
      <p:ext uri="{BB962C8B-B14F-4D97-AF65-F5344CB8AC3E}">
        <p14:creationId xmlns:p14="http://schemas.microsoft.com/office/powerpoint/2010/main" val="274786567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2FE30-D8F6-06D1-D016-FC7DAC5FC21E}"/>
              </a:ext>
            </a:extLst>
          </p:cNvPr>
          <p:cNvSpPr>
            <a:spLocks noGrp="1"/>
          </p:cNvSpPr>
          <p:nvPr>
            <p:ph type="title"/>
          </p:nvPr>
        </p:nvSpPr>
        <p:spPr>
          <a:xfrm>
            <a:off x="612648" y="819477"/>
            <a:ext cx="4617720" cy="1197864"/>
          </a:xfrm>
        </p:spPr>
        <p:txBody>
          <a:bodyPr anchor="t">
            <a:normAutofit/>
          </a:bodyPr>
          <a:lstStyle/>
          <a:p>
            <a:r>
              <a:rPr lang="en-US"/>
              <a:t>AI નો અર્થ અને મૂળભૂત સમજ</a:t>
            </a:r>
          </a:p>
        </p:txBody>
      </p:sp>
      <p:pic>
        <p:nvPicPr>
          <p:cNvPr id="5" name="Content Placeholder 4" descr="મગજ જેવા આકારના સર્કિટનો ખૂણો દૃશ્ય">
            <a:extLst>
              <a:ext uri="{FF2B5EF4-FFF2-40B4-BE49-F238E27FC236}">
                <a16:creationId xmlns:a16="http://schemas.microsoft.com/office/drawing/2014/main" id="{986068FE-49EA-4F90-93C8-7CDEE3F4578D}"/>
              </a:ext>
            </a:extLst>
          </p:cNvPr>
          <p:cNvPicPr>
            <a:picLocks noGrp="1" noChangeAspect="1"/>
          </p:cNvPicPr>
          <p:nvPr>
            <p:ph type="pic" sz="quarter" idx="18"/>
          </p:nvPr>
        </p:nvPicPr>
        <p:blipFill>
          <a:blip r:embed="rId3"/>
          <a:srcRect l="15907" r="14342" b="-2"/>
          <a:stretch>
            <a:fillRect/>
          </a:stretch>
        </p:blipFill>
        <p:spPr>
          <a:xfrm>
            <a:off x="950976" y="2148840"/>
            <a:ext cx="3877056" cy="3877056"/>
          </a:xfrm>
        </p:spPr>
      </p:pic>
      <p:sp>
        <p:nvSpPr>
          <p:cNvPr id="4" name="Content Placeholder 3">
            <a:extLst>
              <a:ext uri="{FF2B5EF4-FFF2-40B4-BE49-F238E27FC236}">
                <a16:creationId xmlns:a16="http://schemas.microsoft.com/office/drawing/2014/main" id="{EE7425EC-CCC9-FBFC-B01F-888E1FC55300}"/>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843016" y="950976"/>
            <a:ext cx="5586984" cy="5330952"/>
          </a:xfrm>
        </p:spPr>
        <p:txBody>
          <a:bodyPr>
            <a:normAutofit/>
          </a:bodyPr>
          <a:lstStyle/>
          <a:p>
            <a:pPr marL="0" indent="0">
              <a:spcBef>
                <a:spcPts val="2500"/>
              </a:spcBef>
              <a:buFont typeface="Arial" panose="020B0604020202020204" pitchFamily="34" charset="0"/>
              <a:buNone/>
            </a:pPr>
            <a:r>
              <a:rPr lang="en-US" b="1"/>
              <a:t>AI </a:t>
            </a:r>
            <a:r>
              <a:rPr lang="gu-IN" b="1"/>
              <a:t>ની વ્યાખ્યા</a:t>
            </a:r>
          </a:p>
          <a:p>
            <a:pPr marL="0" lvl="1" indent="0">
              <a:buFont typeface="Arial" panose="020B0604020202020204" pitchFamily="34" charset="0"/>
              <a:buNone/>
            </a:pPr>
            <a:r>
              <a:t>AI એ માનવ બુદ્ધિ જેવી ક્ષમતાઓ ધરાવતી ટેક્નોલોજી છે જેમ કે શીખવું અને નિર્ણય લેવું.</a:t>
            </a:r>
            <a:endParaRPr lang="gu-IN"/>
          </a:p>
          <a:p>
            <a:pPr marL="0" indent="0">
              <a:spcBef>
                <a:spcPts val="2500"/>
              </a:spcBef>
              <a:buFont typeface="Arial" panose="020B0604020202020204" pitchFamily="34" charset="0"/>
              <a:buNone/>
            </a:pPr>
            <a:r>
              <a:rPr lang="gu-IN" b="1"/>
              <a:t>શીખવાની અને સ્વચાલિત પ્રક્રિયા</a:t>
            </a:r>
          </a:p>
          <a:p>
            <a:pPr marL="0" lvl="1" indent="0">
              <a:buFont typeface="Arial" panose="020B0604020202020204" pitchFamily="34" charset="0"/>
              <a:buNone/>
            </a:pPr>
            <a:r>
              <a:t>AI કમ્પ્યુટર્સને ડેટાથી શીખવા અને આપમેળે કાર્ય કરવા સક્ષમ બનાવે છે.</a:t>
            </a:r>
            <a:endParaRPr lang="gu-IN"/>
          </a:p>
          <a:p>
            <a:pPr marL="0" indent="0">
              <a:spcBef>
                <a:spcPts val="2500"/>
              </a:spcBef>
              <a:buFont typeface="Arial" panose="020B0604020202020204" pitchFamily="34" charset="0"/>
              <a:buNone/>
            </a:pPr>
            <a:r>
              <a:rPr lang="gu-IN" b="1"/>
              <a:t>વિભિન્ન ક્ષેત્રોમાં </a:t>
            </a:r>
            <a:r>
              <a:rPr lang="en-US" b="1"/>
              <a:t>AI </a:t>
            </a:r>
            <a:r>
              <a:rPr lang="gu-IN" b="1"/>
              <a:t>નો ઉપયોગ</a:t>
            </a:r>
          </a:p>
          <a:p>
            <a:pPr marL="0" lvl="1" indent="0">
              <a:buFont typeface="Arial" panose="020B0604020202020204" pitchFamily="34" charset="0"/>
              <a:buNone/>
            </a:pPr>
            <a:r>
              <a:t>AIનો ઉપયોગ શિક્ષણ, આરોગ્ય, વ્યવસાય અને રોજિંદા જીવનમાં ઝડપથી વધી રહ્યો છે.</a:t>
            </a:r>
            <a:endParaRPr lang="gu-IN"/>
          </a:p>
          <a:p>
            <a:pPr marL="0" indent="0">
              <a:spcBef>
                <a:spcPts val="2500"/>
              </a:spcBef>
              <a:buFont typeface="Arial" panose="020B0604020202020204" pitchFamily="34" charset="0"/>
              <a:buNone/>
            </a:pPr>
            <a:r>
              <a:rPr lang="gu-IN" b="1"/>
              <a:t>શિક્ષણમાં </a:t>
            </a:r>
            <a:r>
              <a:rPr lang="en-US" b="1"/>
              <a:t>AI </a:t>
            </a:r>
            <a:r>
              <a:rPr lang="gu-IN" b="1"/>
              <a:t>ના લાભ</a:t>
            </a:r>
          </a:p>
          <a:p>
            <a:pPr marL="0" lvl="1" indent="0">
              <a:buFont typeface="Arial" panose="020B0604020202020204" pitchFamily="34" charset="0"/>
              <a:buNone/>
            </a:pPr>
            <a:r>
              <a:t>AI વ્યક્તિગત શીખવણી, શિક્ષકોની મદદ અને શૈક્ષણિક ગુણવત્તા સુધારવામાં મદદ કરે છે.</a:t>
            </a:r>
            <a:endParaRPr lang="en-US"/>
          </a:p>
        </p:txBody>
      </p:sp>
    </p:spTree>
    <p:extLst>
      <p:ext uri="{BB962C8B-B14F-4D97-AF65-F5344CB8AC3E}">
        <p14:creationId xmlns:p14="http://schemas.microsoft.com/office/powerpoint/2010/main" val="59081787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B06CE-808D-8ADF-CB9B-E0FFA0E1C8B8}"/>
              </a:ext>
            </a:extLst>
          </p:cNvPr>
          <p:cNvSpPr>
            <a:spLocks noGrp="1"/>
          </p:cNvSpPr>
          <p:nvPr>
            <p:ph type="ctrTitle"/>
          </p:nvPr>
        </p:nvSpPr>
        <p:spPr>
          <a:xfrm>
            <a:off x="992091" y="2514602"/>
            <a:ext cx="6812280" cy="3194302"/>
          </a:xfrm>
        </p:spPr>
        <p:txBody>
          <a:bodyPr anchor="b">
            <a:normAutofit/>
          </a:bodyPr>
          <a:lstStyle/>
          <a:p>
            <a:r>
              <a:rPr lang="en-US"/>
              <a:t>શિક્ષણમાં AIનું મહત્વ</a:t>
            </a:r>
          </a:p>
        </p:txBody>
      </p:sp>
    </p:spTree>
    <p:extLst>
      <p:ext uri="{BB962C8B-B14F-4D97-AF65-F5344CB8AC3E}">
        <p14:creationId xmlns:p14="http://schemas.microsoft.com/office/powerpoint/2010/main" val="2075571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6021D3-86E6-3EDF-68CC-F58FA41D8088}"/>
              </a:ext>
            </a:extLst>
          </p:cNvPr>
          <p:cNvSpPr>
            <a:spLocks noGrp="1"/>
          </p:cNvSpPr>
          <p:nvPr>
            <p:ph type="title"/>
          </p:nvPr>
        </p:nvSpPr>
        <p:spPr>
          <a:xfrm>
            <a:off x="612648" y="819477"/>
            <a:ext cx="4617720" cy="1197864"/>
          </a:xfrm>
        </p:spPr>
        <p:txBody>
          <a:bodyPr anchor="t">
            <a:normAutofit/>
          </a:bodyPr>
          <a:lstStyle/>
          <a:p>
            <a:r>
              <a:rPr lang="en-US"/>
              <a:t>શિક્ષકો અને વિદ્યાર્થીઓ માટે લાભ</a:t>
            </a:r>
          </a:p>
        </p:txBody>
      </p:sp>
      <p:pic>
        <p:nvPicPr>
          <p:cNvPr id="5" name="Content Placeholder 4" descr="ડેસ્ક અને ખુરશીઓ સાથે ખાલી વર્ગખંડ. રેખાઓ અને બિંદુઓ પ્લેક્સસ બનાવે છે">
            <a:extLst>
              <a:ext uri="{FF2B5EF4-FFF2-40B4-BE49-F238E27FC236}">
                <a16:creationId xmlns:a16="http://schemas.microsoft.com/office/drawing/2014/main" id="{9CED02D8-670F-4A5F-9CF0-E739E5A26F28}"/>
              </a:ext>
            </a:extLst>
          </p:cNvPr>
          <p:cNvPicPr>
            <a:picLocks noGrp="1" noChangeAspect="1"/>
          </p:cNvPicPr>
          <p:nvPr>
            <p:ph type="pic" sz="quarter" idx="18"/>
          </p:nvPr>
        </p:nvPicPr>
        <p:blipFill>
          <a:blip r:embed="rId3"/>
          <a:srcRect l="17313" r="15938" b="1"/>
          <a:stretch>
            <a:fillRect/>
          </a:stretch>
        </p:blipFill>
        <p:spPr>
          <a:xfrm>
            <a:off x="950976" y="2148840"/>
            <a:ext cx="3877056" cy="3877056"/>
          </a:xfrm>
        </p:spPr>
      </p:pic>
      <p:sp>
        <p:nvSpPr>
          <p:cNvPr id="4" name="Content Placeholder 3">
            <a:extLst>
              <a:ext uri="{FF2B5EF4-FFF2-40B4-BE49-F238E27FC236}">
                <a16:creationId xmlns:a16="http://schemas.microsoft.com/office/drawing/2014/main" id="{EF6B4833-6FC9-218F-8DFA-5F5BA914554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843016" y="950976"/>
            <a:ext cx="5586984" cy="5330952"/>
          </a:xfrm>
        </p:spPr>
        <p:txBody>
          <a:bodyPr>
            <a:normAutofit/>
          </a:bodyPr>
          <a:lstStyle/>
          <a:p>
            <a:pPr marL="0" indent="0">
              <a:spcBef>
                <a:spcPts val="2500"/>
              </a:spcBef>
              <a:buFont typeface="Arial" panose="020B0604020202020204" pitchFamily="34" charset="0"/>
              <a:buNone/>
            </a:pPr>
            <a:r>
              <a:rPr lang="gu-IN" b="1"/>
              <a:t>વ્યક્તિગત શીખવણી</a:t>
            </a:r>
          </a:p>
          <a:p>
            <a:pPr marL="0" lvl="1" indent="0">
              <a:buFont typeface="Arial" panose="020B0604020202020204" pitchFamily="34" charset="0"/>
              <a:buNone/>
            </a:pPr>
            <a:r>
              <a:t>AI વિદ્યાર્થીઓને પોતાની ગતિએ શીખવાની તક આપે છે અને શીખવાની પદ્ધતિઓને વ્યક્તિગત બનાવે છે.</a:t>
            </a:r>
            <a:endParaRPr lang="gu-IN"/>
          </a:p>
          <a:p>
            <a:pPr marL="0" indent="0">
              <a:spcBef>
                <a:spcPts val="2500"/>
              </a:spcBef>
              <a:buFont typeface="Arial" panose="020B0604020202020204" pitchFamily="34" charset="0"/>
              <a:buNone/>
            </a:pPr>
            <a:r>
              <a:rPr lang="gu-IN" b="1"/>
              <a:t>શિક્ષકો માટે સહાય</a:t>
            </a:r>
          </a:p>
          <a:p>
            <a:pPr marL="0" lvl="1" indent="0">
              <a:buFont typeface="Arial" panose="020B0604020202020204" pitchFamily="34" charset="0"/>
              <a:buNone/>
            </a:pPr>
            <a:r>
              <a:t>AI સાધનો શિક્ષકોને પાઠ્યક્રમ અને મૂલ્યાંકન તૈયાર કરવામાં મદદ કરે છે.</a:t>
            </a:r>
            <a:endParaRPr lang="gu-IN"/>
          </a:p>
          <a:p>
            <a:pPr marL="0" indent="0">
              <a:spcBef>
                <a:spcPts val="2500"/>
              </a:spcBef>
              <a:buFont typeface="Arial" panose="020B0604020202020204" pitchFamily="34" charset="0"/>
              <a:buNone/>
            </a:pPr>
            <a:r>
              <a:rPr lang="gu-IN" b="1"/>
              <a:t>વર્ચ્યુઅલ ક્લાસરૂમ અને ટ્યુટોરીંગ</a:t>
            </a:r>
          </a:p>
          <a:p>
            <a:pPr marL="0" lvl="1" indent="0">
              <a:buFont typeface="Arial" panose="020B0604020202020204" pitchFamily="34" charset="0"/>
              <a:buNone/>
            </a:pPr>
            <a:r>
              <a:t>AI વર્ચ્યુઅલ ક્લાસરૂમ અને સ્માર્ટ ટ્યુટોરિંગ સિસ્ટમથી શીખણને વધુ અસરકારક બનાવે છે.</a:t>
            </a:r>
            <a:endParaRPr lang="gu-IN"/>
          </a:p>
          <a:p>
            <a:pPr marL="0" indent="0">
              <a:spcBef>
                <a:spcPts val="2500"/>
              </a:spcBef>
              <a:buFont typeface="Arial" panose="020B0604020202020204" pitchFamily="34" charset="0"/>
              <a:buNone/>
            </a:pPr>
            <a:r>
              <a:rPr lang="gu-IN" b="1"/>
              <a:t>સમય બચાવ અને માર્ગદર્શન</a:t>
            </a:r>
          </a:p>
          <a:p>
            <a:pPr marL="0" lvl="1" indent="0">
              <a:buFont typeface="Arial" panose="020B0604020202020204" pitchFamily="34" charset="0"/>
              <a:buNone/>
            </a:pPr>
            <a:r>
              <a:t>AI શિક્ષકોના સમય બચાવે છે અને વધુ સારી માર્ગદર્શન માટે મદદરૂપ બને છે.</a:t>
            </a:r>
            <a:endParaRPr lang="en-US"/>
          </a:p>
        </p:txBody>
      </p:sp>
    </p:spTree>
    <p:extLst>
      <p:ext uri="{BB962C8B-B14F-4D97-AF65-F5344CB8AC3E}">
        <p14:creationId xmlns:p14="http://schemas.microsoft.com/office/powerpoint/2010/main" val="107199391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3F93A-A3E4-77EB-1208-3A0CF3F22887}"/>
              </a:ext>
            </a:extLst>
          </p:cNvPr>
          <p:cNvSpPr>
            <a:spLocks noGrp="1"/>
          </p:cNvSpPr>
          <p:nvPr>
            <p:ph type="ctrTitle"/>
          </p:nvPr>
        </p:nvSpPr>
        <p:spPr>
          <a:xfrm>
            <a:off x="992091" y="2514602"/>
            <a:ext cx="6812280" cy="3194302"/>
          </a:xfrm>
        </p:spPr>
        <p:txBody>
          <a:bodyPr anchor="b">
            <a:normAutofit/>
          </a:bodyPr>
          <a:lstStyle/>
          <a:p>
            <a:r>
              <a:rPr lang="en-US"/>
              <a:t>Microsoft Elevate Program</a:t>
            </a:r>
          </a:p>
        </p:txBody>
      </p:sp>
    </p:spTree>
    <p:extLst>
      <p:ext uri="{BB962C8B-B14F-4D97-AF65-F5344CB8AC3E}">
        <p14:creationId xmlns:p14="http://schemas.microsoft.com/office/powerpoint/2010/main" val="310962510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515F26-5F74-1251-7553-E9253AD7B4DC}"/>
              </a:ext>
            </a:extLst>
          </p:cNvPr>
          <p:cNvSpPr>
            <a:spLocks noGrp="1"/>
          </p:cNvSpPr>
          <p:nvPr>
            <p:ph type="title"/>
          </p:nvPr>
        </p:nvSpPr>
        <p:spPr>
          <a:xfrm>
            <a:off x="612648" y="819477"/>
            <a:ext cx="4617720" cy="1197864"/>
          </a:xfrm>
        </p:spPr>
        <p:txBody>
          <a:bodyPr anchor="t">
            <a:normAutofit/>
          </a:bodyPr>
          <a:lstStyle/>
          <a:p>
            <a:r>
              <a:rPr lang="en-US"/>
              <a:t>ઉદ્દેશ્ય અને લાભો</a:t>
            </a:r>
          </a:p>
        </p:txBody>
      </p:sp>
      <p:pic>
        <p:nvPicPr>
          <p:cNvPr id="5" name="Content Placeholder 4" descr="ઓફિસમાં બિઝનેસ લોકો. પાંચ બિઝનેસમેન ટીમ બિલ્ડિંગ જોઈ રહ્યા છે, બે પુરુષો અને ચાર સ્ત્રીઓ. ઓફિસમાં સર્બિયન લોકો">
            <a:extLst>
              <a:ext uri="{FF2B5EF4-FFF2-40B4-BE49-F238E27FC236}">
                <a16:creationId xmlns:a16="http://schemas.microsoft.com/office/drawing/2014/main" id="{9B4DB45E-5633-43E2-ADAC-505FD585EBC2}"/>
              </a:ext>
            </a:extLst>
          </p:cNvPr>
          <p:cNvPicPr>
            <a:picLocks noGrp="1" noChangeAspect="1"/>
          </p:cNvPicPr>
          <p:nvPr>
            <p:ph type="pic" sz="quarter" idx="18"/>
          </p:nvPr>
        </p:nvPicPr>
        <p:blipFill>
          <a:blip r:embed="rId3"/>
          <a:srcRect l="26288" r="17461" b="-2"/>
          <a:stretch>
            <a:fillRect/>
          </a:stretch>
        </p:blipFill>
        <p:spPr>
          <a:xfrm>
            <a:off x="950976" y="2148840"/>
            <a:ext cx="3877056" cy="3877056"/>
          </a:xfrm>
        </p:spPr>
      </p:pic>
      <p:sp>
        <p:nvSpPr>
          <p:cNvPr id="4" name="Content Placeholder 3">
            <a:extLst>
              <a:ext uri="{FF2B5EF4-FFF2-40B4-BE49-F238E27FC236}">
                <a16:creationId xmlns:a16="http://schemas.microsoft.com/office/drawing/2014/main" id="{6C44318C-F796-3290-17AB-01A51BE10A5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843016" y="950976"/>
            <a:ext cx="5586984" cy="5330952"/>
          </a:xfrm>
        </p:spPr>
        <p:txBody>
          <a:bodyPr>
            <a:normAutofit/>
          </a:bodyPr>
          <a:lstStyle/>
          <a:p>
            <a:pPr marL="0" indent="0">
              <a:spcBef>
                <a:spcPts val="2500"/>
              </a:spcBef>
              <a:buFont typeface="Arial" panose="020B0604020202020204" pitchFamily="34" charset="0"/>
              <a:buNone/>
            </a:pPr>
            <a:r>
              <a:rPr lang="gu-IN" b="1"/>
              <a:t>પ્રાથમિક ઉદ્દેશ્ય</a:t>
            </a:r>
          </a:p>
          <a:p>
            <a:pPr marL="0" lvl="1" indent="0">
              <a:buFont typeface="Arial" panose="020B0604020202020204" pitchFamily="34" charset="0"/>
              <a:buNone/>
            </a:pPr>
            <a:r>
              <a:t>Microsoft Elevate પ્રોગ્રામ શિક્ષકોને AI અને ડિજિટલ સ્કિલ્સમાં તાલીમ આપે છે.</a:t>
            </a:r>
            <a:endParaRPr lang="gu-IN"/>
          </a:p>
          <a:p>
            <a:pPr marL="0" indent="0">
              <a:spcBef>
                <a:spcPts val="2500"/>
              </a:spcBef>
              <a:buFont typeface="Arial" panose="020B0604020202020204" pitchFamily="34" charset="0"/>
              <a:buNone/>
            </a:pPr>
            <a:r>
              <a:rPr lang="gu-IN" b="1"/>
              <a:t>મદદરૂપ સાધનો</a:t>
            </a:r>
          </a:p>
          <a:p>
            <a:pPr marL="0" lvl="1" indent="0">
              <a:buFont typeface="Arial" panose="020B0604020202020204" pitchFamily="34" charset="0"/>
              <a:buNone/>
            </a:pPr>
            <a:r>
              <a:t>પ્રોગ્રામમાં Microsoft Teams, Copilot અને અન્ય AI એપ્લિકેશન્સ શીખવવામાં આવે છે.</a:t>
            </a:r>
            <a:endParaRPr lang="gu-IN"/>
          </a:p>
          <a:p>
            <a:pPr marL="0" indent="0">
              <a:spcBef>
                <a:spcPts val="2500"/>
              </a:spcBef>
              <a:buFont typeface="Arial" panose="020B0604020202020204" pitchFamily="34" charset="0"/>
              <a:buNone/>
            </a:pPr>
            <a:r>
              <a:rPr lang="gu-IN" b="1"/>
              <a:t>શિક્ષણમાં સુધારો</a:t>
            </a:r>
          </a:p>
          <a:p>
            <a:pPr marL="0" lvl="1" indent="0">
              <a:buFont typeface="Arial" panose="020B0604020202020204" pitchFamily="34" charset="0"/>
              <a:buNone/>
            </a:pPr>
            <a:r>
              <a:t>તાલીમથી શિક્ષકો વધુ અસરકારક રીતે શિક્ષણ આપી શકે છે અને વિદ્યાર્થીઓને પ્રોત્સાહિત કરે છે.</a:t>
            </a:r>
            <a:endParaRPr lang="gu-IN"/>
          </a:p>
          <a:p>
            <a:pPr marL="0" indent="0">
              <a:spcBef>
                <a:spcPts val="2500"/>
              </a:spcBef>
              <a:buFont typeface="Arial" panose="020B0604020202020204" pitchFamily="34" charset="0"/>
              <a:buNone/>
            </a:pPr>
            <a:r>
              <a:rPr lang="gu-IN" b="1"/>
              <a:t>ભવિષ્ય તૈયાર</a:t>
            </a:r>
          </a:p>
          <a:p>
            <a:pPr marL="0" lvl="1" indent="0">
              <a:buFont typeface="Arial" panose="020B0604020202020204" pitchFamily="34" charset="0"/>
              <a:buNone/>
            </a:pPr>
            <a:r>
              <a:t>પ્રોગ્રામ શિક્ષકોને ભવિષ્યના પડકારો સામે તૈયાર કરવામાં મદદરૂપ છે.</a:t>
            </a:r>
            <a:endParaRPr lang="en-US"/>
          </a:p>
        </p:txBody>
      </p:sp>
    </p:spTree>
    <p:extLst>
      <p:ext uri="{BB962C8B-B14F-4D97-AF65-F5344CB8AC3E}">
        <p14:creationId xmlns:p14="http://schemas.microsoft.com/office/powerpoint/2010/main" val="206466303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6B790F-4A8C-9DDE-3BF7-4A7593CC88D4}"/>
              </a:ext>
            </a:extLst>
          </p:cNvPr>
          <p:cNvSpPr>
            <a:spLocks noGrp="1"/>
          </p:cNvSpPr>
          <p:nvPr>
            <p:ph type="ctrTitle"/>
          </p:nvPr>
        </p:nvSpPr>
        <p:spPr>
          <a:xfrm>
            <a:off x="992091" y="2514602"/>
            <a:ext cx="6812280" cy="3194302"/>
          </a:xfrm>
        </p:spPr>
        <p:txBody>
          <a:bodyPr anchor="b">
            <a:normAutofit/>
          </a:bodyPr>
          <a:lstStyle/>
          <a:p>
            <a:r>
              <a:rPr lang="en-US"/>
              <a:t>K–12 શિક્ષકો માટે AI</a:t>
            </a:r>
          </a:p>
        </p:txBody>
      </p:sp>
    </p:spTree>
    <p:extLst>
      <p:ext uri="{BB962C8B-B14F-4D97-AF65-F5344CB8AC3E}">
        <p14:creationId xmlns:p14="http://schemas.microsoft.com/office/powerpoint/2010/main" val="240423285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F6978A-7436-CBA6-9336-5DEC89D7B497}"/>
              </a:ext>
            </a:extLst>
          </p:cNvPr>
          <p:cNvSpPr>
            <a:spLocks noGrp="1"/>
          </p:cNvSpPr>
          <p:nvPr>
            <p:ph type="title"/>
          </p:nvPr>
        </p:nvSpPr>
        <p:spPr>
          <a:xfrm>
            <a:off x="612649" y="429768"/>
            <a:ext cx="10817352" cy="958480"/>
          </a:xfrm>
        </p:spPr>
        <p:txBody>
          <a:bodyPr anchor="b">
            <a:normAutofit/>
          </a:bodyPr>
          <a:lstStyle/>
          <a:p>
            <a:r>
              <a:rPr lang="en-US"/>
              <a:t>કેવી રીતે ઉપયોગી?</a:t>
            </a:r>
          </a:p>
        </p:txBody>
      </p:sp>
      <p:pic>
        <p:nvPicPr>
          <p:cNvPr id="5" name="Content Placeholder 4" descr="મગજના આકાર સાથે આર્ટિફિશિયલ ઇન્ટેલિજન્સ ડિજિટલ કોન્સેપ્ટ">
            <a:extLst>
              <a:ext uri="{FF2B5EF4-FFF2-40B4-BE49-F238E27FC236}">
                <a16:creationId xmlns:a16="http://schemas.microsoft.com/office/drawing/2014/main" id="{4EC9759C-9F55-4AF1-816B-4E80E77C308B}"/>
              </a:ext>
            </a:extLst>
          </p:cNvPr>
          <p:cNvPicPr>
            <a:picLocks noGrp="1" noChangeAspect="1"/>
          </p:cNvPicPr>
          <p:nvPr>
            <p:ph sz="quarter" idx="18"/>
          </p:nvPr>
        </p:nvPicPr>
        <p:blipFill>
          <a:blip r:embed="rId3"/>
          <a:srcRect l="5047" r="8110"/>
          <a:stretch>
            <a:fillRect/>
          </a:stretch>
        </p:blipFill>
        <p:spPr>
          <a:xfrm>
            <a:off x="612775" y="2029968"/>
            <a:ext cx="5029200" cy="4343400"/>
          </a:xfrm>
        </p:spPr>
      </p:pic>
      <p:sp>
        <p:nvSpPr>
          <p:cNvPr id="4" name="Content Placeholder 3">
            <a:extLst>
              <a:ext uri="{FF2B5EF4-FFF2-40B4-BE49-F238E27FC236}">
                <a16:creationId xmlns:a16="http://schemas.microsoft.com/office/drawing/2014/main" id="{740B714A-ED61-EAFA-3E4A-66A6EED27DD6}"/>
              </a:ext>
            </a:extLst>
          </p:cNvPr>
          <p:cNvSpPr>
            <a:spLocks noGrp="1"/>
          </p:cNvSpPr>
          <p:nvPr>
            <p:ph sz="quarter" idx="19"/>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382512" y="2029968"/>
            <a:ext cx="5029200" cy="4343400"/>
          </a:xfrm>
        </p:spPr>
        <p:txBody>
          <a:bodyPr>
            <a:normAutofit/>
          </a:bodyPr>
          <a:lstStyle/>
          <a:p>
            <a:pPr marL="0" indent="0">
              <a:spcBef>
                <a:spcPts val="2500"/>
              </a:spcBef>
              <a:buFont typeface="Arial" panose="020B0604020202020204" pitchFamily="34" charset="0"/>
              <a:buNone/>
            </a:pPr>
            <a:r>
              <a:rPr lang="gu-IN" b="1"/>
              <a:t>પાઠ્યક્રમ તૈયાર કરવું</a:t>
            </a:r>
          </a:p>
          <a:p>
            <a:pPr marL="0" lvl="1" indent="0">
              <a:buFont typeface="Arial" panose="020B0604020202020204" pitchFamily="34" charset="0"/>
              <a:buNone/>
            </a:pPr>
            <a:r>
              <a:t>AI આધારિત ટૂલ્સ શિક્ષકોને ઝડપી નોટ્સ અને શૈક્ષણિક સામગ્રી તૈયાર કરવામાં મદદ કરે છે.</a:t>
            </a:r>
            <a:endParaRPr lang="gu-IN"/>
          </a:p>
          <a:p>
            <a:pPr marL="0" indent="0">
              <a:spcBef>
                <a:spcPts val="2500"/>
              </a:spcBef>
              <a:buFont typeface="Arial" panose="020B0604020202020204" pitchFamily="34" charset="0"/>
              <a:buNone/>
            </a:pPr>
            <a:r>
              <a:rPr lang="gu-IN" b="1"/>
              <a:t>વર્ચ્યુઅલ ક્લાસરૂમ્સ</a:t>
            </a:r>
          </a:p>
          <a:p>
            <a:pPr marL="0" lvl="1" indent="0">
              <a:buFont typeface="Arial" panose="020B0604020202020204" pitchFamily="34" charset="0"/>
              <a:buNone/>
            </a:pPr>
            <a:r>
              <a:t>Teams જેવા પ્લેટફોર્મ્સ વર્ચ્યુઅલ શૈક્ષણિક સહકાર માટે સુવિધા આપે છે.</a:t>
            </a:r>
            <a:endParaRPr lang="gu-IN"/>
          </a:p>
          <a:p>
            <a:pPr marL="0" indent="0">
              <a:spcBef>
                <a:spcPts val="2500"/>
              </a:spcBef>
              <a:buFont typeface="Arial" panose="020B0604020202020204" pitchFamily="34" charset="0"/>
              <a:buNone/>
            </a:pPr>
            <a:r>
              <a:rPr lang="gu-IN" b="1"/>
              <a:t>વિદ્યાર્થીઓની પ્રગતિનું મૂલ્યાંકન</a:t>
            </a:r>
          </a:p>
          <a:p>
            <a:pPr marL="0" lvl="1" indent="0">
              <a:buFont typeface="Arial" panose="020B0604020202020204" pitchFamily="34" charset="0"/>
              <a:buNone/>
            </a:pPr>
            <a:r>
              <a:t>AI આધારિત મૂલ્યાંકન સિસ્ટમો વિદ્યાર્થીઓની ક્ષમતાઓનું વિશ્લેષણ કરે છે.</a:t>
            </a:r>
            <a:endParaRPr lang="en-US"/>
          </a:p>
        </p:txBody>
      </p:sp>
    </p:spTree>
    <p:extLst>
      <p:ext uri="{BB962C8B-B14F-4D97-AF65-F5344CB8AC3E}">
        <p14:creationId xmlns:p14="http://schemas.microsoft.com/office/powerpoint/2010/main" val="146342791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D7678E-16B9-75A6-D706-B38ACD38CF31}"/>
              </a:ext>
            </a:extLst>
          </p:cNvPr>
          <p:cNvSpPr>
            <a:spLocks noGrp="1"/>
          </p:cNvSpPr>
          <p:nvPr>
            <p:ph type="ctrTitle"/>
          </p:nvPr>
        </p:nvSpPr>
        <p:spPr>
          <a:xfrm>
            <a:off x="992091" y="2514602"/>
            <a:ext cx="6812280" cy="3194302"/>
          </a:xfrm>
        </p:spPr>
        <p:txBody>
          <a:bodyPr anchor="b">
            <a:normAutofit/>
          </a:bodyPr>
          <a:lstStyle/>
          <a:p>
            <a:r>
              <a:rPr lang="en-US"/>
              <a:t>MIEE Initiative</a:t>
            </a:r>
          </a:p>
        </p:txBody>
      </p:sp>
    </p:spTree>
    <p:extLst>
      <p:ext uri="{BB962C8B-B14F-4D97-AF65-F5344CB8AC3E}">
        <p14:creationId xmlns:p14="http://schemas.microsoft.com/office/powerpoint/2010/main" val="411295650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B0057-6D0B-B45D-42C2-9E662E462FFA}"/>
              </a:ext>
            </a:extLst>
          </p:cNvPr>
          <p:cNvSpPr>
            <a:spLocks noGrp="1"/>
          </p:cNvSpPr>
          <p:nvPr>
            <p:ph type="title"/>
          </p:nvPr>
        </p:nvSpPr>
        <p:spPr>
          <a:xfrm>
            <a:off x="7569582" y="758952"/>
            <a:ext cx="3842130" cy="1143000"/>
          </a:xfrm>
        </p:spPr>
        <p:txBody>
          <a:bodyPr anchor="b">
            <a:normAutofit/>
          </a:bodyPr>
          <a:lstStyle/>
          <a:p>
            <a:r>
              <a:rPr lang="en-US"/>
              <a:t>શિક્ષકોને કેવી રીતે મદદ કરે?</a:t>
            </a:r>
          </a:p>
        </p:txBody>
      </p:sp>
      <p:pic>
        <p:nvPicPr>
          <p:cNvPr id="5" name="Content Placeholder 4" descr="મહિલા મુસ્લિમ ડોક્ટર દર્દીઓની સલાહ લે છે">
            <a:extLst>
              <a:ext uri="{FF2B5EF4-FFF2-40B4-BE49-F238E27FC236}">
                <a16:creationId xmlns:a16="http://schemas.microsoft.com/office/drawing/2014/main" id="{BA1CCAAD-5A43-4B00-BA67-BAFD49A76DF5}"/>
              </a:ext>
            </a:extLst>
          </p:cNvPr>
          <p:cNvPicPr>
            <a:picLocks noGrp="1" noChangeAspect="1"/>
          </p:cNvPicPr>
          <p:nvPr>
            <p:ph type="pic" sz="quarter" idx="18"/>
          </p:nvPr>
        </p:nvPicPr>
        <p:blipFill>
          <a:blip r:embed="rId3"/>
          <a:srcRect l="6089" r="27382" b="-1"/>
          <a:stretch>
            <a:fillRect/>
          </a:stretch>
        </p:blipFill>
        <p:spPr>
          <a:xfrm>
            <a:off x="-1" y="10"/>
            <a:ext cx="6835155" cy="6857989"/>
          </a:xfrm>
        </p:spPr>
      </p:pic>
      <p:sp>
        <p:nvSpPr>
          <p:cNvPr id="4" name="Content Placeholder 3">
            <a:extLst>
              <a:ext uri="{FF2B5EF4-FFF2-40B4-BE49-F238E27FC236}">
                <a16:creationId xmlns:a16="http://schemas.microsoft.com/office/drawing/2014/main" id="{15E1F548-35D1-3847-A1B1-12FB62632555}"/>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569582" y="2258568"/>
            <a:ext cx="3700397" cy="3840480"/>
          </a:xfrm>
        </p:spPr>
        <p:txBody>
          <a:bodyPr>
            <a:normAutofit/>
          </a:bodyPr>
          <a:lstStyle/>
          <a:p>
            <a:pPr marL="0" indent="0">
              <a:spcBef>
                <a:spcPts val="2500"/>
              </a:spcBef>
              <a:buFont typeface="Arial" panose="020B0604020202020204" pitchFamily="34" charset="0"/>
              <a:buNone/>
            </a:pPr>
            <a:r>
              <a:rPr lang="gu-IN" b="1"/>
              <a:t>નવિનતા અને ટેક્નોલોજી પ્રોત્સાહન</a:t>
            </a:r>
          </a:p>
          <a:p>
            <a:pPr marL="0" lvl="1" indent="0">
              <a:buFont typeface="Arial" panose="020B0604020202020204" pitchFamily="34" charset="0"/>
              <a:buNone/>
            </a:pPr>
            <a:r>
              <a:t>MIEE શિક્ષકોને નવીન ટેક્નોલોજી આધારિત શિક્ષણમાં આગળ વધવા પ્રોત્સાહિત કરે છે.</a:t>
            </a:r>
            <a:endParaRPr lang="gu-IN"/>
          </a:p>
          <a:p>
            <a:pPr marL="0" indent="0">
              <a:spcBef>
                <a:spcPts val="2500"/>
              </a:spcBef>
              <a:buFont typeface="Arial" panose="020B0604020202020204" pitchFamily="34" charset="0"/>
              <a:buNone/>
            </a:pPr>
            <a:r>
              <a:rPr lang="gu-IN" b="1"/>
              <a:t>વૈશ્વિક કનેક્ટિવિટી</a:t>
            </a:r>
          </a:p>
          <a:p>
            <a:pPr marL="0" lvl="1" indent="0">
              <a:buFont typeface="Arial" panose="020B0604020202020204" pitchFamily="34" charset="0"/>
              <a:buNone/>
            </a:pPr>
            <a:r>
              <a:t>આ પહેલ શિક્ષકોને વૈશ્વિક સ્તરે જોડાવા માટે તક આપે છે અને અનુભવ શેર કરે છે.</a:t>
            </a:r>
            <a:endParaRPr lang="en-US"/>
          </a:p>
          <a:p>
            <a:pPr marL="0" indent="0">
              <a:spcBef>
                <a:spcPts val="2500"/>
              </a:spcBef>
              <a:buFont typeface="Arial" panose="020B0604020202020204" pitchFamily="34" charset="0"/>
              <a:buNone/>
            </a:pPr>
            <a:r>
              <a:rPr lang="en-US" b="1"/>
              <a:t>Microsoft </a:t>
            </a:r>
            <a:r>
              <a:rPr lang="gu-IN" b="1"/>
              <a:t>ટૂલ્સનો ઉપયોગ</a:t>
            </a:r>
          </a:p>
          <a:p>
            <a:pPr marL="0" lvl="1" indent="0">
              <a:buFont typeface="Arial" panose="020B0604020202020204" pitchFamily="34" charset="0"/>
              <a:buNone/>
            </a:pPr>
            <a:r>
              <a:t>શિક્ષકોને Microsoft Tools શીખવવામાં આવે છે જેથી તેઓ AI અને ડિજિટલ ટેક્નોલોજીનો ઉપયોગ કરી શકે.</a:t>
            </a:r>
            <a:endParaRPr lang="en-US"/>
          </a:p>
        </p:txBody>
      </p:sp>
    </p:spTree>
    <p:extLst>
      <p:ext uri="{BB962C8B-B14F-4D97-AF65-F5344CB8AC3E}">
        <p14:creationId xmlns:p14="http://schemas.microsoft.com/office/powerpoint/2010/main" val="149451416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95FF8-F833-E8FF-69FD-073A4A892F20}"/>
              </a:ext>
            </a:extLst>
          </p:cNvPr>
          <p:cNvSpPr>
            <a:spLocks noGrp="1"/>
          </p:cNvSpPr>
          <p:nvPr>
            <p:ph type="ctrTitle"/>
          </p:nvPr>
        </p:nvSpPr>
        <p:spPr>
          <a:xfrm>
            <a:off x="992091" y="2514602"/>
            <a:ext cx="6812280" cy="3194302"/>
          </a:xfrm>
        </p:spPr>
        <p:txBody>
          <a:bodyPr anchor="b">
            <a:normAutofit/>
          </a:bodyPr>
          <a:lstStyle/>
          <a:p>
            <a:r>
              <a:rPr lang="en-US"/>
              <a:t>કાર્યાન્વયન ભાગીદારો</a:t>
            </a:r>
          </a:p>
        </p:txBody>
      </p:sp>
    </p:spTree>
    <p:extLst>
      <p:ext uri="{BB962C8B-B14F-4D97-AF65-F5344CB8AC3E}">
        <p14:creationId xmlns:p14="http://schemas.microsoft.com/office/powerpoint/2010/main" val="291786701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66EFFA-6C68-24E1-38C9-1B81209B2058}"/>
              </a:ext>
            </a:extLst>
          </p:cNvPr>
          <p:cNvSpPr>
            <a:spLocks noGrp="1"/>
          </p:cNvSpPr>
          <p:nvPr>
            <p:ph type="title"/>
          </p:nvPr>
        </p:nvSpPr>
        <p:spPr>
          <a:xfrm>
            <a:off x="612648" y="819477"/>
            <a:ext cx="4617720" cy="1197864"/>
          </a:xfrm>
        </p:spPr>
        <p:txBody>
          <a:bodyPr anchor="t">
            <a:normAutofit/>
          </a:bodyPr>
          <a:lstStyle/>
          <a:p>
            <a:pPr>
              <a:lnSpc>
                <a:spcPct val="110000"/>
              </a:lnSpc>
            </a:pPr>
            <a:r>
              <a:rPr lang="en-US" sz="2200"/>
              <a:t>ARCH Development Foundation અને De Pedagogics</a:t>
            </a:r>
          </a:p>
        </p:txBody>
      </p:sp>
      <p:pic>
        <p:nvPicPr>
          <p:cNvPr id="5" name="Content Placeholder 4" descr="ઓફિસમાં બિઝનેસ ટીમ ઇન્ટરનેટ નેટવર્ક સાથે જોડાયેલી છે. ભાગીદારી અને ટીમવર્કનો ખ્યાલ.">
            <a:extLst>
              <a:ext uri="{FF2B5EF4-FFF2-40B4-BE49-F238E27FC236}">
                <a16:creationId xmlns:a16="http://schemas.microsoft.com/office/drawing/2014/main" id="{B7627C15-09B2-4804-BBB7-58E03FB6578E}"/>
              </a:ext>
            </a:extLst>
          </p:cNvPr>
          <p:cNvPicPr>
            <a:picLocks noGrp="1" noChangeAspect="1"/>
          </p:cNvPicPr>
          <p:nvPr>
            <p:ph type="pic" sz="quarter" idx="18"/>
          </p:nvPr>
        </p:nvPicPr>
        <p:blipFill>
          <a:blip r:embed="rId3"/>
          <a:srcRect l="33124" r="127" b="1"/>
          <a:stretch>
            <a:fillRect/>
          </a:stretch>
        </p:blipFill>
        <p:spPr>
          <a:xfrm>
            <a:off x="950976" y="2148840"/>
            <a:ext cx="3877056" cy="3877056"/>
          </a:xfrm>
        </p:spPr>
      </p:pic>
      <p:sp>
        <p:nvSpPr>
          <p:cNvPr id="4" name="Content Placeholder 3">
            <a:extLst>
              <a:ext uri="{FF2B5EF4-FFF2-40B4-BE49-F238E27FC236}">
                <a16:creationId xmlns:a16="http://schemas.microsoft.com/office/drawing/2014/main" id="{FFA07954-FE37-78DD-A678-6A481CB7A3D7}"/>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843016" y="950976"/>
            <a:ext cx="5586984" cy="5330952"/>
          </a:xfrm>
        </p:spPr>
        <p:txBody>
          <a:bodyPr>
            <a:normAutofit/>
          </a:bodyPr>
          <a:lstStyle/>
          <a:p>
            <a:pPr marL="0" indent="0">
              <a:spcBef>
                <a:spcPts val="2500"/>
              </a:spcBef>
              <a:buFont typeface="Arial" panose="020B0604020202020204" pitchFamily="34" charset="0"/>
              <a:buNone/>
            </a:pPr>
            <a:r>
              <a:rPr lang="gu-IN" b="1"/>
              <a:t>ભાગીદારોની ભૂમિકા</a:t>
            </a:r>
          </a:p>
          <a:p>
            <a:pPr marL="0" lvl="1" indent="0">
              <a:buFont typeface="Arial" panose="020B0604020202020204" pitchFamily="34" charset="0"/>
              <a:buNone/>
            </a:pPr>
            <a:r>
              <a:t>ARCH Development Foundation અને De Pedagogics Microsoft Elevate પ્રોગ્રામમાં સહયોગ કરે છે.</a:t>
            </a:r>
            <a:endParaRPr lang="gu-IN"/>
          </a:p>
          <a:p>
            <a:pPr marL="0" indent="0">
              <a:spcBef>
                <a:spcPts val="2500"/>
              </a:spcBef>
              <a:buFont typeface="Arial" panose="020B0604020202020204" pitchFamily="34" charset="0"/>
              <a:buNone/>
            </a:pPr>
            <a:r>
              <a:rPr lang="gu-IN" b="1"/>
              <a:t>શિક્ષણ વિકાસ</a:t>
            </a:r>
          </a:p>
          <a:p>
            <a:pPr marL="0" lvl="1" indent="0">
              <a:buFont typeface="Arial" panose="020B0604020202020204" pitchFamily="34" charset="0"/>
              <a:buNone/>
            </a:pPr>
            <a:r>
              <a:t>ARCH Development Foundation શિક્ષણમાં વિકાસ માટે કાર્યરત છે.</a:t>
            </a:r>
            <a:endParaRPr lang="gu-IN"/>
          </a:p>
          <a:p>
            <a:pPr marL="0" indent="0">
              <a:spcBef>
                <a:spcPts val="2500"/>
              </a:spcBef>
              <a:buFont typeface="Arial" panose="020B0604020202020204" pitchFamily="34" charset="0"/>
              <a:buNone/>
            </a:pPr>
            <a:r>
              <a:rPr lang="gu-IN" b="1"/>
              <a:t>શિક્ષક તાલીમ</a:t>
            </a:r>
          </a:p>
          <a:p>
            <a:pPr marL="0" lvl="1" indent="0">
              <a:buFont typeface="Arial" panose="020B0604020202020204" pitchFamily="34" charset="0"/>
              <a:buNone/>
            </a:pPr>
            <a:r>
              <a:t>De Pedagogics શિક્ષકોને તાલીમ અને માર્ગદર્શન આપે છે.</a:t>
            </a:r>
            <a:endParaRPr lang="gu-IN"/>
          </a:p>
          <a:p>
            <a:pPr marL="0" indent="0">
              <a:spcBef>
                <a:spcPts val="2500"/>
              </a:spcBef>
              <a:buFont typeface="Arial" panose="020B0604020202020204" pitchFamily="34" charset="0"/>
              <a:buNone/>
            </a:pPr>
            <a:r>
              <a:rPr lang="gu-IN" b="1"/>
              <a:t>ડિજિટલ શિખણ</a:t>
            </a:r>
          </a:p>
          <a:p>
            <a:pPr marL="0" lvl="1" indent="0">
              <a:buFont typeface="Arial" panose="020B0604020202020204" pitchFamily="34" charset="0"/>
              <a:buNone/>
            </a:pPr>
            <a:r>
              <a:t>આ ભાગીદારો શિક્ષકોને AI અને ડિજિટલ સ્કિલ્સમાં નિષ્ણાત બનાવે છે.</a:t>
            </a:r>
            <a:endParaRPr lang="en-US"/>
          </a:p>
        </p:txBody>
      </p:sp>
    </p:spTree>
    <p:extLst>
      <p:ext uri="{BB962C8B-B14F-4D97-AF65-F5344CB8AC3E}">
        <p14:creationId xmlns:p14="http://schemas.microsoft.com/office/powerpoint/2010/main" val="352402951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90416-8CD2-EC21-04E5-4E47A5631061}"/>
              </a:ext>
            </a:extLst>
          </p:cNvPr>
          <p:cNvSpPr>
            <a:spLocks noGrp="1"/>
          </p:cNvSpPr>
          <p:nvPr>
            <p:ph type="ctrTitle"/>
          </p:nvPr>
        </p:nvSpPr>
        <p:spPr>
          <a:xfrm>
            <a:off x="992091" y="2514602"/>
            <a:ext cx="6812280" cy="3194302"/>
          </a:xfrm>
        </p:spPr>
        <p:txBody>
          <a:bodyPr anchor="b">
            <a:normAutofit/>
          </a:bodyPr>
          <a:lstStyle/>
          <a:p>
            <a:r>
              <a:rPr lang="en-US"/>
              <a:t>પ્રેક્ટિકલ ઉદાહરણો</a:t>
            </a:r>
          </a:p>
        </p:txBody>
      </p:sp>
    </p:spTree>
    <p:extLst>
      <p:ext uri="{BB962C8B-B14F-4D97-AF65-F5344CB8AC3E}">
        <p14:creationId xmlns:p14="http://schemas.microsoft.com/office/powerpoint/2010/main" val="201088155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DFCA8-F1C0-E258-AAB6-AFB72B99FB65}"/>
              </a:ext>
            </a:extLst>
          </p:cNvPr>
          <p:cNvSpPr>
            <a:spLocks noGrp="1"/>
          </p:cNvSpPr>
          <p:nvPr>
            <p:ph type="title"/>
          </p:nvPr>
        </p:nvSpPr>
        <p:spPr>
          <a:xfrm>
            <a:off x="7569582" y="758952"/>
            <a:ext cx="3842130" cy="1143000"/>
          </a:xfrm>
        </p:spPr>
        <p:txBody>
          <a:bodyPr anchor="b">
            <a:normAutofit/>
          </a:bodyPr>
          <a:lstStyle/>
          <a:p>
            <a:r>
              <a:rPr lang="en-US"/>
              <a:t>Microsoft Toolsનો ઉપયોગ</a:t>
            </a:r>
          </a:p>
        </p:txBody>
      </p:sp>
      <p:pic>
        <p:nvPicPr>
          <p:cNvPr id="5" name="Content Placeholder 4" descr="સુંદર યુવાન આફ્રિકન અમેરિકન સ્ત્રી ઘરે અથવા છાત્રાલયમાં ઇ-લર્નિંગ વિદ્યાર્થીઓને નિદર્શન આપે છે.">
            <a:extLst>
              <a:ext uri="{FF2B5EF4-FFF2-40B4-BE49-F238E27FC236}">
                <a16:creationId xmlns:a16="http://schemas.microsoft.com/office/drawing/2014/main" id="{7BBC6DC3-6C66-4476-B86B-D407209DECBF}"/>
              </a:ext>
            </a:extLst>
          </p:cNvPr>
          <p:cNvPicPr>
            <a:picLocks noGrp="1" noChangeAspect="1"/>
          </p:cNvPicPr>
          <p:nvPr>
            <p:ph type="pic" sz="quarter" idx="18"/>
          </p:nvPr>
        </p:nvPicPr>
        <p:blipFill>
          <a:blip r:embed="rId3"/>
          <a:srcRect l="7861" r="25610" b="-1"/>
          <a:stretch>
            <a:fillRect/>
          </a:stretch>
        </p:blipFill>
        <p:spPr>
          <a:xfrm>
            <a:off x="-1" y="10"/>
            <a:ext cx="6835155" cy="6857989"/>
          </a:xfrm>
        </p:spPr>
      </p:pic>
      <p:sp>
        <p:nvSpPr>
          <p:cNvPr id="4" name="Content Placeholder 3">
            <a:extLst>
              <a:ext uri="{FF2B5EF4-FFF2-40B4-BE49-F238E27FC236}">
                <a16:creationId xmlns:a16="http://schemas.microsoft.com/office/drawing/2014/main" id="{35B6489B-CDCC-E65A-4F07-874D9B31286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569582" y="2258568"/>
            <a:ext cx="3700397" cy="3840480"/>
          </a:xfrm>
        </p:spPr>
        <p:txBody>
          <a:bodyPr>
            <a:normAutofit/>
          </a:bodyPr>
          <a:lstStyle/>
          <a:p>
            <a:pPr marL="0" indent="0">
              <a:spcBef>
                <a:spcPts val="2500"/>
              </a:spcBef>
              <a:buFont typeface="Arial" panose="020B0604020202020204" pitchFamily="34" charset="0"/>
              <a:buNone/>
            </a:pPr>
            <a:r>
              <a:rPr lang="en-US" b="1"/>
              <a:t>Teams </a:t>
            </a:r>
            <a:r>
              <a:rPr lang="gu-IN" b="1"/>
              <a:t>દ્વારા સહકાર</a:t>
            </a:r>
          </a:p>
          <a:p>
            <a:pPr marL="0" lvl="1" indent="0">
              <a:buFont typeface="Arial" panose="020B0604020202020204" pitchFamily="34" charset="0"/>
              <a:buNone/>
            </a:pPr>
            <a:r>
              <a:t>Teams વર્ચ્યુઅલ ક્લાસરૂમ અને સહકાર સુવિધાઓ પ્રદાન કરે છે.</a:t>
            </a:r>
            <a:endParaRPr lang="en-US"/>
          </a:p>
          <a:p>
            <a:pPr marL="0" indent="0">
              <a:spcBef>
                <a:spcPts val="2500"/>
              </a:spcBef>
              <a:buFont typeface="Arial" panose="020B0604020202020204" pitchFamily="34" charset="0"/>
              <a:buNone/>
            </a:pPr>
            <a:r>
              <a:rPr lang="en-US" b="1"/>
              <a:t>Copilot</a:t>
            </a:r>
            <a:r>
              <a:rPr lang="gu-IN" b="1"/>
              <a:t>ની મદદ</a:t>
            </a:r>
          </a:p>
          <a:p>
            <a:pPr marL="0" lvl="1" indent="0">
              <a:buFont typeface="Arial" panose="020B0604020202020204" pitchFamily="34" charset="0"/>
              <a:buNone/>
            </a:pPr>
            <a:r>
              <a:t>Copilot શિક્ષકોને ઝડપથી નોટ્સ અને પ્રેઝન્ટેશન બનાવવામાં સહાય કરે છે.</a:t>
            </a:r>
            <a:endParaRPr lang="en-US"/>
          </a:p>
          <a:p>
            <a:pPr marL="0" indent="0">
              <a:spcBef>
                <a:spcPts val="2500"/>
              </a:spcBef>
              <a:buFont typeface="Arial" panose="020B0604020202020204" pitchFamily="34" charset="0"/>
              <a:buNone/>
            </a:pPr>
            <a:r>
              <a:rPr lang="en-US" b="1"/>
              <a:t>OneNote </a:t>
            </a:r>
            <a:r>
              <a:rPr lang="gu-IN" b="1"/>
              <a:t>થી મેનેજમેન્ટ</a:t>
            </a:r>
          </a:p>
          <a:p>
            <a:pPr marL="0" lvl="1" indent="0">
              <a:buFont typeface="Arial" panose="020B0604020202020204" pitchFamily="34" charset="0"/>
              <a:buNone/>
            </a:pPr>
            <a:r>
              <a:t>OneNote શિક્ષકોને પાઠ્યક્રમ સરળતાથી મેનેજ કરવા દે છે.</a:t>
            </a:r>
            <a:endParaRPr lang="en-US"/>
          </a:p>
        </p:txBody>
      </p:sp>
    </p:spTree>
    <p:extLst>
      <p:ext uri="{BB962C8B-B14F-4D97-AF65-F5344CB8AC3E}">
        <p14:creationId xmlns:p14="http://schemas.microsoft.com/office/powerpoint/2010/main" val="155914136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87168-CAE0-8DEB-7DB8-BC7D82635378}"/>
              </a:ext>
            </a:extLst>
          </p:cNvPr>
          <p:cNvSpPr>
            <a:spLocks noGrp="1"/>
          </p:cNvSpPr>
          <p:nvPr>
            <p:ph type="ctrTitle"/>
          </p:nvPr>
        </p:nvSpPr>
        <p:spPr>
          <a:xfrm>
            <a:off x="992091" y="2514602"/>
            <a:ext cx="6812280" cy="3194302"/>
          </a:xfrm>
        </p:spPr>
        <p:txBody>
          <a:bodyPr anchor="b">
            <a:normAutofit/>
          </a:bodyPr>
          <a:lstStyle/>
          <a:p>
            <a:r>
              <a:rPr lang="en-US"/>
              <a:t>નિષ્કર્ષ</a:t>
            </a:r>
          </a:p>
        </p:txBody>
      </p:sp>
    </p:spTree>
    <p:extLst>
      <p:ext uri="{BB962C8B-B14F-4D97-AF65-F5344CB8AC3E}">
        <p14:creationId xmlns:p14="http://schemas.microsoft.com/office/powerpoint/2010/main" val="88337209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660A8-F834-300A-3BE4-F8B66AA082FE}"/>
              </a:ext>
            </a:extLst>
          </p:cNvPr>
          <p:cNvSpPr>
            <a:spLocks noGrp="1"/>
          </p:cNvSpPr>
          <p:nvPr>
            <p:ph type="title"/>
          </p:nvPr>
        </p:nvSpPr>
        <p:spPr>
          <a:xfrm>
            <a:off x="612648" y="819477"/>
            <a:ext cx="4617720" cy="1197864"/>
          </a:xfrm>
        </p:spPr>
        <p:txBody>
          <a:bodyPr anchor="t">
            <a:normAutofit/>
          </a:bodyPr>
          <a:lstStyle/>
          <a:p>
            <a:r>
              <a:rPr lang="en-US"/>
              <a:t>ભવિષ્યમાં AIનું મહત્વ</a:t>
            </a:r>
          </a:p>
        </p:txBody>
      </p:sp>
      <p:pic>
        <p:nvPicPr>
          <p:cNvPr id="5" name="Content Placeholder 4" descr="ગ્રેજ્યુએશન કેપ, પુસ્તક, લાઇટ બલ્બ, વાદળી પૃષ્ઠભૂમિ પર મેગ્નિફાઇંગ ગ્લાસ. ૩ ડી ચિત્ર">
            <a:extLst>
              <a:ext uri="{FF2B5EF4-FFF2-40B4-BE49-F238E27FC236}">
                <a16:creationId xmlns:a16="http://schemas.microsoft.com/office/drawing/2014/main" id="{A4735E60-4BBE-42BF-BF31-AF41A1A40AED}"/>
              </a:ext>
            </a:extLst>
          </p:cNvPr>
          <p:cNvPicPr>
            <a:picLocks noGrp="1" noChangeAspect="1"/>
          </p:cNvPicPr>
          <p:nvPr>
            <p:ph type="pic" sz="quarter" idx="18"/>
          </p:nvPr>
        </p:nvPicPr>
        <p:blipFill>
          <a:blip r:embed="rId3"/>
          <a:srcRect l="15080" r="9923" b="4"/>
          <a:stretch>
            <a:fillRect/>
          </a:stretch>
        </p:blipFill>
        <p:spPr>
          <a:xfrm>
            <a:off x="950976" y="2148840"/>
            <a:ext cx="3877056" cy="3877056"/>
          </a:xfrm>
        </p:spPr>
      </p:pic>
      <p:sp>
        <p:nvSpPr>
          <p:cNvPr id="4" name="Content Placeholder 3">
            <a:extLst>
              <a:ext uri="{FF2B5EF4-FFF2-40B4-BE49-F238E27FC236}">
                <a16:creationId xmlns:a16="http://schemas.microsoft.com/office/drawing/2014/main" id="{089EB52F-D1E1-65EE-47B3-E732DBCDA58D}"/>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843016" y="950976"/>
            <a:ext cx="5586984" cy="5330952"/>
          </a:xfrm>
        </p:spPr>
        <p:txBody>
          <a:bodyPr>
            <a:normAutofit/>
          </a:bodyPr>
          <a:lstStyle/>
          <a:p>
            <a:pPr marL="0" indent="0">
              <a:spcBef>
                <a:spcPts val="2500"/>
              </a:spcBef>
              <a:buFont typeface="Arial" panose="020B0604020202020204" pitchFamily="34" charset="0"/>
              <a:buNone/>
            </a:pPr>
            <a:r>
              <a:rPr lang="en-US" b="1"/>
              <a:t>AI </a:t>
            </a:r>
            <a:r>
              <a:rPr lang="gu-IN" b="1"/>
              <a:t>દ્વારા શિક્ષણમાં ક્રાંતિ</a:t>
            </a:r>
          </a:p>
          <a:p>
            <a:pPr marL="0" lvl="1" indent="0">
              <a:buFont typeface="Arial" panose="020B0604020202020204" pitchFamily="34" charset="0"/>
              <a:buNone/>
            </a:pPr>
            <a:r>
              <a:t>AI શિક્ષણને વધુ અસરકારક અને દક્ષ બનાવશે. તે શિક્ષણ પદ્ધતિોમાં નવો બદલાવ લાવશે.</a:t>
            </a:r>
            <a:endParaRPr lang="gu-IN"/>
          </a:p>
          <a:p>
            <a:pPr marL="0" indent="0">
              <a:spcBef>
                <a:spcPts val="2500"/>
              </a:spcBef>
              <a:buFont typeface="Arial" panose="020B0604020202020204" pitchFamily="34" charset="0"/>
              <a:buNone/>
            </a:pPr>
            <a:r>
              <a:rPr lang="gu-IN" b="1"/>
              <a:t>વ્યક્તિગત શીખવા માટે તક</a:t>
            </a:r>
          </a:p>
          <a:p>
            <a:pPr marL="0" lvl="1" indent="0">
              <a:buFont typeface="Arial" panose="020B0604020202020204" pitchFamily="34" charset="0"/>
              <a:buNone/>
            </a:pPr>
            <a:r>
              <a:t>AI વ્યક્તિગત શીખવાની તક આપે છે જે દરેક વિદ્યાર્થીની જરૂરિયાતોને અનુરૂપ હોય છે.</a:t>
            </a:r>
            <a:endParaRPr lang="gu-IN"/>
          </a:p>
          <a:p>
            <a:pPr marL="0" indent="0">
              <a:spcBef>
                <a:spcPts val="2500"/>
              </a:spcBef>
              <a:buFont typeface="Arial" panose="020B0604020202020204" pitchFamily="34" charset="0"/>
              <a:buNone/>
            </a:pPr>
            <a:r>
              <a:rPr lang="gu-IN" b="1"/>
              <a:t>શિક્ષકો માટે ડિજિટલ મદદ</a:t>
            </a:r>
          </a:p>
          <a:p>
            <a:pPr marL="0" lvl="1" indent="0">
              <a:buFont typeface="Arial" panose="020B0604020202020204" pitchFamily="34" charset="0"/>
              <a:buNone/>
            </a:pPr>
            <a:r>
              <a:t>Microsoft Elevate અને MIEE પહેલ શિક્ષકોને AI અને ટેક્નોલોજી શીખવવામાં મદદ કરે છે.</a:t>
            </a:r>
            <a:endParaRPr lang="gu-IN"/>
          </a:p>
          <a:p>
            <a:pPr marL="0" indent="0">
              <a:spcBef>
                <a:spcPts val="2500"/>
              </a:spcBef>
              <a:buFont typeface="Arial" panose="020B0604020202020204" pitchFamily="34" charset="0"/>
              <a:buNone/>
            </a:pPr>
            <a:r>
              <a:rPr lang="gu-IN" b="1"/>
              <a:t>ભવિષ્યનું ઇન્ટરેક્ટિવ શિક્ષણ</a:t>
            </a:r>
          </a:p>
          <a:p>
            <a:pPr marL="0" lvl="1" indent="0">
              <a:buFont typeface="Arial" panose="020B0604020202020204" pitchFamily="34" charset="0"/>
              <a:buNone/>
            </a:pPr>
            <a:r>
              <a:t>AI આધારિત શિક્ષણ વધુ નવીન અને ઇન્ટરેક્ટિવ બની રહેશે, જે વધુ અસરકારકતા લાવશે.</a:t>
            </a:r>
            <a:endParaRPr lang="en-US"/>
          </a:p>
        </p:txBody>
      </p:sp>
    </p:spTree>
    <p:extLst>
      <p:ext uri="{BB962C8B-B14F-4D97-AF65-F5344CB8AC3E}">
        <p14:creationId xmlns:p14="http://schemas.microsoft.com/office/powerpoint/2010/main" val="233682426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Portal">
  <a:themeElements>
    <a:clrScheme name="Portal">
      <a:dk1>
        <a:sysClr val="windowText" lastClr="000000"/>
      </a:dk1>
      <a:lt1>
        <a:sysClr val="window" lastClr="FFFFFF"/>
      </a:lt1>
      <a:dk2>
        <a:srgbClr val="051618"/>
      </a:dk2>
      <a:lt2>
        <a:srgbClr val="EEEEE7"/>
      </a:lt2>
      <a:accent1>
        <a:srgbClr val="2E744E"/>
      </a:accent1>
      <a:accent2>
        <a:srgbClr val="64924A"/>
      </a:accent2>
      <a:accent3>
        <a:srgbClr val="A9A747"/>
      </a:accent3>
      <a:accent4>
        <a:srgbClr val="20758C"/>
      </a:accent4>
      <a:accent5>
        <a:srgbClr val="23958F"/>
      </a:accent5>
      <a:accent6>
        <a:srgbClr val="E48754"/>
      </a:accent6>
      <a:hlink>
        <a:srgbClr val="64924A"/>
      </a:hlink>
      <a:folHlink>
        <a:srgbClr val="23958F"/>
      </a:folHlink>
    </a:clrScheme>
    <a:fontScheme name="Portal">
      <a:majorFont>
        <a:latin typeface="Trade Gothic Next Cond"/>
        <a:ea typeface=""/>
        <a:cs typeface=""/>
      </a:majorFont>
      <a:minorFont>
        <a:latin typeface="Trade Gothic Next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ortal" id="{0ABBBF5E-3148-4678-B376-37E3B053AF96}" vid="{A0700DDD-AFAF-45FE-A421-C7B91699B31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 /></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 /></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 /></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898A4A3-E691-488B-80DD-C39460F0CA79}">
  <ds:schemaRefs>
    <ds:schemaRef ds:uri="http://schemas.microsoft.com/sharepoint/v3/contenttype/forms"/>
  </ds:schemaRefs>
</ds:datastoreItem>
</file>

<file path=customXml/itemProps2.xml><?xml version="1.0" encoding="utf-8"?>
<ds:datastoreItem xmlns:ds="http://schemas.openxmlformats.org/officeDocument/2006/customXml" ds:itemID="{8230244F-B41E-4EF0-A264-C4482E5B0716}">
  <ds:schemaRefs>
    <ds:schemaRef ds:uri="http://schemas.microsoft.com/office/2006/metadata/properties"/>
    <ds:schemaRef ds:uri="http://www.w3.org/2000/xmlns/"/>
    <ds:schemaRef ds:uri="http://schemas.microsoft.com/sharepoint/v3"/>
    <ds:schemaRef ds:uri="http://www.w3.org/2001/XMLSchema-instance"/>
    <ds:schemaRef ds:uri="71af3243-3dd4-4a8d-8c0d-dd76da1f02a5"/>
    <ds:schemaRef ds:uri="http://schemas.microsoft.com/office/infopath/2007/PartnerControls"/>
    <ds:schemaRef ds:uri="230e9df3-be65-4c73-a93b-d1236ebd677e"/>
  </ds:schemaRefs>
</ds:datastoreItem>
</file>

<file path=customXml/itemProps3.xml><?xml version="1.0" encoding="utf-8"?>
<ds:datastoreItem xmlns:ds="http://schemas.openxmlformats.org/officeDocument/2006/customXml" ds:itemID="{FE183944-B4A3-408F-84AF-B39A80239D41}">
  <ds:schemaRefs>
    <ds:schemaRef ds:uri="http://schemas.microsoft.com/office/2006/metadata/contentType"/>
    <ds:schemaRef ds:uri="http://schemas.microsoft.com/office/2006/metadata/properties/metaAttributes"/>
    <ds:schemaRef ds:uri="http://www.w3.org/2000/xmlns/"/>
    <ds:schemaRef ds:uri="http://www.w3.org/2001/XMLSchema"/>
    <ds:schemaRef ds:uri="http://schemas.microsoft.com/sharepoint/v3"/>
    <ds:schemaRef ds:uri="71af3243-3dd4-4a8d-8c0d-dd76da1f02a5"/>
    <ds:schemaRef ds:uri="16c05727-aa75-4e4a-9b5f-8a80a1165891"/>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Portal</Template>
  <TotalTime>90</TotalTime>
  <Words>4</Words>
  <Application>Microsoft Office PowerPoint</Application>
  <PresentationFormat>Widescreen</PresentationFormat>
  <Paragraphs>2</Paragraphs>
  <Slides>17</Slides>
  <Notes>17</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Portal</vt:lpstr>
      <vt:lpstr>Microsoft Elevate: AI સ્કિલિંગ પ્રોગ્રામ K–12 શિક્ષકો માટે</vt:lpstr>
      <vt:lpstr>પરિચય અને AI શું છે?</vt:lpstr>
      <vt:lpstr>AI નો અર્થ અને મૂળભૂત સમજ</vt:lpstr>
      <vt:lpstr>શિક્ષણમાં AIનું મહત્વ</vt:lpstr>
      <vt:lpstr>શિક્ષકો અને વિદ્યાર્થીઓ માટે લાભ</vt:lpstr>
      <vt:lpstr>Microsoft Elevate Program</vt:lpstr>
      <vt:lpstr>ઉદ્દેશ્ય અને લાભો</vt:lpstr>
      <vt:lpstr>K–12 શિક્ષકો માટે AI</vt:lpstr>
      <vt:lpstr>કેવી રીતે ઉપયોગી?</vt:lpstr>
      <vt:lpstr>MIEE Initiative</vt:lpstr>
      <vt:lpstr>શિક્ષકોને કેવી રીતે મદદ કરે?</vt:lpstr>
      <vt:lpstr>કાર્યાન્વયન ભાગીદારો</vt:lpstr>
      <vt:lpstr>ARCH Development Foundation અને De Pedagogics</vt:lpstr>
      <vt:lpstr>પ્રેક્ટિકલ ઉદાહરણો</vt:lpstr>
      <vt:lpstr>Microsoft Toolsનો ઉપયોગ</vt:lpstr>
      <vt:lpstr>નિષ્કર્ષ</vt:lpstr>
      <vt:lpstr>ભવિષ્યમાં AIનું મહત્વ</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Elevate: AI સ્કિલિંગ પ્રોગ્રામ K–12 શિક્ષકો માટે</dc:title>
  <cp:lastModifiedBy>Nita Parmar</cp:lastModifiedBy>
  <cp:revision>2</cp:revision>
  <dcterms:created xsi:type="dcterms:W3CDTF">2025-08-21T17:42:37Z</dcterms:created>
  <dcterms:modified xsi:type="dcterms:W3CDTF">2025-12-21T08:39:25Z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