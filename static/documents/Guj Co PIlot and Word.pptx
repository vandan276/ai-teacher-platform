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6858000" cx="9144000"/>
  <p:notesSz cx="6858000" cy="9144000"/>
  <p:embeddedFontLst>
    <p:embeddedFont>
      <p:font typeface="Poppins"/>
      <p:bold r:id="rId16"/>
      <p:boldItalic r:id="rId17"/>
    </p:embeddedFont>
    <p:embeddedFont>
      <p:font typeface="Open Sans"/>
      <p:bold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20" roundtripDataSignature="AMtx7mhsEdo4/+fFU9Eg5bQBPB5K1do9Q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customschemas.google.com/relationships/presentationmetadata" Target="meta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Poppins-boldItalic.fntdata"/><Relationship Id="rId16" Type="http://schemas.openxmlformats.org/officeDocument/2006/relationships/font" Target="fonts/Poppins-bold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OpenSans-boldItalic.fntdata"/><Relationship Id="rId6" Type="http://schemas.openxmlformats.org/officeDocument/2006/relationships/slide" Target="slides/slide1.xml"/><Relationship Id="rId18" Type="http://schemas.openxmlformats.org/officeDocument/2006/relationships/font" Target="fonts/OpenSans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221376575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g39221376575_1_5:notes"/>
          <p:cNvSpPr/>
          <p:nvPr>
            <p:ph idx="2" type="sldImg"/>
          </p:nvPr>
        </p:nvSpPr>
        <p:spPr>
          <a:xfrm>
            <a:off x="1524250" y="685800"/>
            <a:ext cx="3810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9" name="Google Shape;109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9221376575_1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9221376575_1_2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221376575_1_3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9221376575_1_34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9221376575_1_3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g39221376575_1_3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9221376575_1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g39221376575_1_38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9221376575_1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g39221376575_1_39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9221376575_1_4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9221376575_1_42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g39221376575_1_4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g39221376575_1_44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g39221376575_1_4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3" name="Google Shape;253;g39221376575_1_460:notes"/>
          <p:cNvSpPr/>
          <p:nvPr>
            <p:ph idx="2" type="sldImg"/>
          </p:nvPr>
        </p:nvSpPr>
        <p:spPr>
          <a:xfrm>
            <a:off x="1524250" y="685800"/>
            <a:ext cx="3810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g39221376575_1_271"/>
          <p:cNvSpPr txBox="1"/>
          <p:nvPr>
            <p:ph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g39221376575_1_27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g39221376575_1_27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g39221376575_1_27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g39221376575_1_27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39221376575_1_27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g39221376575_1_277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g39221376575_1_27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g39221376575_1_27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g39221376575_1_27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g39221376575_1_28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g39221376575_1_28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g39221376575_1_28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g39221376575_1_287"/>
          <p:cNvSpPr txBox="1"/>
          <p:nvPr>
            <p:ph type="title"/>
          </p:nvPr>
        </p:nvSpPr>
        <p:spPr>
          <a:xfrm>
            <a:off x="722313" y="4406900"/>
            <a:ext cx="7772400" cy="1362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g39221376575_1_287"/>
          <p:cNvSpPr txBox="1"/>
          <p:nvPr>
            <p:ph idx="1" type="body"/>
          </p:nvPr>
        </p:nvSpPr>
        <p:spPr>
          <a:xfrm>
            <a:off x="722313" y="2906713"/>
            <a:ext cx="7772400" cy="1500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g39221376575_1_287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g39221376575_1_287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g39221376575_1_287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9221376575_1_29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g39221376575_1_293"/>
          <p:cNvSpPr txBox="1"/>
          <p:nvPr>
            <p:ph idx="1" type="body"/>
          </p:nvPr>
        </p:nvSpPr>
        <p:spPr>
          <a:xfrm>
            <a:off x="457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g39221376575_1_293"/>
          <p:cNvSpPr txBox="1"/>
          <p:nvPr>
            <p:ph idx="2" type="body"/>
          </p:nvPr>
        </p:nvSpPr>
        <p:spPr>
          <a:xfrm>
            <a:off x="4648200" y="1600200"/>
            <a:ext cx="4038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g39221376575_1_293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g39221376575_1_293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g39221376575_1_293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g39221376575_1_30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g39221376575_1_300"/>
          <p:cNvSpPr txBox="1"/>
          <p:nvPr>
            <p:ph idx="1" type="body"/>
          </p:nvPr>
        </p:nvSpPr>
        <p:spPr>
          <a:xfrm>
            <a:off x="457200" y="1535113"/>
            <a:ext cx="40401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g39221376575_1_300"/>
          <p:cNvSpPr txBox="1"/>
          <p:nvPr>
            <p:ph idx="2" type="body"/>
          </p:nvPr>
        </p:nvSpPr>
        <p:spPr>
          <a:xfrm>
            <a:off x="457200" y="2174875"/>
            <a:ext cx="40401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g39221376575_1_300"/>
          <p:cNvSpPr txBox="1"/>
          <p:nvPr>
            <p:ph idx="3" type="body"/>
          </p:nvPr>
        </p:nvSpPr>
        <p:spPr>
          <a:xfrm>
            <a:off x="4645025" y="1535113"/>
            <a:ext cx="4041900" cy="639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g39221376575_1_300"/>
          <p:cNvSpPr txBox="1"/>
          <p:nvPr>
            <p:ph idx="4" type="body"/>
          </p:nvPr>
        </p:nvSpPr>
        <p:spPr>
          <a:xfrm>
            <a:off x="4645025" y="2174875"/>
            <a:ext cx="4041900" cy="3951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g39221376575_1_300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39221376575_1_300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g39221376575_1_300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g39221376575_1_30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g39221376575_1_309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g39221376575_1_309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39221376575_1_309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9221376575_1_314"/>
          <p:cNvSpPr txBox="1"/>
          <p:nvPr>
            <p:ph type="title"/>
          </p:nvPr>
        </p:nvSpPr>
        <p:spPr>
          <a:xfrm>
            <a:off x="457200" y="273050"/>
            <a:ext cx="3008400" cy="1162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9221376575_1_314"/>
          <p:cNvSpPr txBox="1"/>
          <p:nvPr>
            <p:ph idx="1" type="body"/>
          </p:nvPr>
        </p:nvSpPr>
        <p:spPr>
          <a:xfrm>
            <a:off x="3575050" y="273050"/>
            <a:ext cx="5111700" cy="585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g39221376575_1_314"/>
          <p:cNvSpPr txBox="1"/>
          <p:nvPr>
            <p:ph idx="2" type="body"/>
          </p:nvPr>
        </p:nvSpPr>
        <p:spPr>
          <a:xfrm>
            <a:off x="457200" y="1435100"/>
            <a:ext cx="3008400" cy="46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g39221376575_1_31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g39221376575_1_31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g39221376575_1_31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9221376575_1_321"/>
          <p:cNvSpPr txBox="1"/>
          <p:nvPr>
            <p:ph type="title"/>
          </p:nvPr>
        </p:nvSpPr>
        <p:spPr>
          <a:xfrm>
            <a:off x="1792288" y="4800600"/>
            <a:ext cx="5486400" cy="566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g39221376575_1_321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g39221376575_1_321"/>
          <p:cNvSpPr txBox="1"/>
          <p:nvPr>
            <p:ph idx="1" type="body"/>
          </p:nvPr>
        </p:nvSpPr>
        <p:spPr>
          <a:xfrm>
            <a:off x="1792288" y="5367338"/>
            <a:ext cx="5486400" cy="80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g39221376575_1_321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g39221376575_1_321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g39221376575_1_321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9221376575_1_32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g39221376575_1_328"/>
          <p:cNvSpPr txBox="1"/>
          <p:nvPr>
            <p:ph idx="1" type="body"/>
          </p:nvPr>
        </p:nvSpPr>
        <p:spPr>
          <a:xfrm rot="5400000">
            <a:off x="2308950" y="-251550"/>
            <a:ext cx="45261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g39221376575_1_328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g39221376575_1_328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g39221376575_1_328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9221376575_1_334"/>
          <p:cNvSpPr txBox="1"/>
          <p:nvPr>
            <p:ph type="title"/>
          </p:nvPr>
        </p:nvSpPr>
        <p:spPr>
          <a:xfrm rot="5400000">
            <a:off x="4732350" y="2171688"/>
            <a:ext cx="58515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g39221376575_1_334"/>
          <p:cNvSpPr txBox="1"/>
          <p:nvPr>
            <p:ph idx="1" type="body"/>
          </p:nvPr>
        </p:nvSpPr>
        <p:spPr>
          <a:xfrm rot="5400000">
            <a:off x="541350" y="190488"/>
            <a:ext cx="58515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g39221376575_1_334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g39221376575_1_334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g39221376575_1_334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g39221376575_1_265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g39221376575_1_265"/>
          <p:cNvSpPr txBox="1"/>
          <p:nvPr>
            <p:ph idx="1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g39221376575_1_265"/>
          <p:cNvSpPr txBox="1"/>
          <p:nvPr>
            <p:ph idx="10" type="dt"/>
          </p:nvPr>
        </p:nvSpPr>
        <p:spPr>
          <a:xfrm>
            <a:off x="457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g39221376575_1_265"/>
          <p:cNvSpPr txBox="1"/>
          <p:nvPr>
            <p:ph idx="11" type="ftr"/>
          </p:nvPr>
        </p:nvSpPr>
        <p:spPr>
          <a:xfrm>
            <a:off x="3124200" y="6356350"/>
            <a:ext cx="2895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g39221376575_1_265"/>
          <p:cNvSpPr txBox="1"/>
          <p:nvPr>
            <p:ph idx="12" type="sldNum"/>
          </p:nvPr>
        </p:nvSpPr>
        <p:spPr>
          <a:xfrm>
            <a:off x="6553200" y="6356350"/>
            <a:ext cx="2133600" cy="36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2.jpg"/><Relationship Id="rId4" Type="http://schemas.openxmlformats.org/officeDocument/2006/relationships/image" Target="../media/image7.png"/><Relationship Id="rId11" Type="http://schemas.openxmlformats.org/officeDocument/2006/relationships/image" Target="../media/image9.png"/><Relationship Id="rId10" Type="http://schemas.openxmlformats.org/officeDocument/2006/relationships/image" Target="../media/image3.jpg"/><Relationship Id="rId12" Type="http://schemas.openxmlformats.org/officeDocument/2006/relationships/image" Target="../media/image11.png"/><Relationship Id="rId9" Type="http://schemas.openxmlformats.org/officeDocument/2006/relationships/image" Target="../media/image10.png"/><Relationship Id="rId5" Type="http://schemas.openxmlformats.org/officeDocument/2006/relationships/image" Target="../media/image2.jpg"/><Relationship Id="rId6" Type="http://schemas.openxmlformats.org/officeDocument/2006/relationships/image" Target="../media/image4.png"/><Relationship Id="rId7" Type="http://schemas.openxmlformats.org/officeDocument/2006/relationships/image" Target="../media/image8.png"/><Relationship Id="rId8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jp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jp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jp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jp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jp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jp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jp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jpg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9221376575_1_5"/>
          <p:cNvSpPr/>
          <p:nvPr/>
        </p:nvSpPr>
        <p:spPr>
          <a:xfrm>
            <a:off x="0" y="0"/>
            <a:ext cx="9144000" cy="6858000"/>
          </a:xfrm>
          <a:custGeom>
            <a:rect b="b" l="l" r="r" t="t"/>
            <a:pathLst>
              <a:path extrusionOk="0" h="4572000" w="7315200">
                <a:moveTo>
                  <a:pt x="0" y="0"/>
                </a:moveTo>
                <a:lnTo>
                  <a:pt x="7315200" y="0"/>
                </a:lnTo>
                <a:lnTo>
                  <a:pt x="7315200" y="4572000"/>
                </a:lnTo>
                <a:lnTo>
                  <a:pt x="0" y="45720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999" l="-1559" r="-1559" t="-4999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g39221376575_1_5"/>
          <p:cNvSpPr/>
          <p:nvPr/>
        </p:nvSpPr>
        <p:spPr>
          <a:xfrm flipH="1">
            <a:off x="4714875" y="2031917"/>
            <a:ext cx="4668526" cy="5680337"/>
          </a:xfrm>
          <a:custGeom>
            <a:rect b="b" l="l" r="r" t="t"/>
            <a:pathLst>
              <a:path extrusionOk="0" h="3786891" w="3734821">
                <a:moveTo>
                  <a:pt x="3734821" y="0"/>
                </a:moveTo>
                <a:lnTo>
                  <a:pt x="0" y="0"/>
                </a:lnTo>
                <a:lnTo>
                  <a:pt x="0" y="3786891"/>
                </a:lnTo>
                <a:lnTo>
                  <a:pt x="3734821" y="3786891"/>
                </a:lnTo>
                <a:lnTo>
                  <a:pt x="3734821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g39221376575_1_5"/>
          <p:cNvSpPr/>
          <p:nvPr/>
        </p:nvSpPr>
        <p:spPr>
          <a:xfrm>
            <a:off x="6452676" y="2221896"/>
            <a:ext cx="3645408" cy="3759676"/>
          </a:xfrm>
          <a:custGeom>
            <a:rect b="b" l="l" r="r" t="t"/>
            <a:pathLst>
              <a:path extrusionOk="0" h="698500" w="812800">
                <a:moveTo>
                  <a:pt x="812800" y="349250"/>
                </a:moveTo>
                <a:lnTo>
                  <a:pt x="609600" y="698500"/>
                </a:lnTo>
                <a:lnTo>
                  <a:pt x="203200" y="698500"/>
                </a:lnTo>
                <a:lnTo>
                  <a:pt x="0" y="349250"/>
                </a:lnTo>
                <a:lnTo>
                  <a:pt x="203200" y="0"/>
                </a:lnTo>
                <a:lnTo>
                  <a:pt x="609600" y="0"/>
                </a:lnTo>
                <a:lnTo>
                  <a:pt x="812800" y="34925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-26108" r="-26098" t="0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g39221376575_1_5"/>
          <p:cNvSpPr/>
          <p:nvPr/>
        </p:nvSpPr>
        <p:spPr>
          <a:xfrm rot="7020655">
            <a:off x="5261036" y="-553344"/>
            <a:ext cx="3901157" cy="1305438"/>
          </a:xfrm>
          <a:custGeom>
            <a:rect b="b" l="l" r="r" t="t"/>
            <a:pathLst>
              <a:path extrusionOk="0" h="987798" w="2715327">
                <a:moveTo>
                  <a:pt x="0" y="0"/>
                </a:moveTo>
                <a:lnTo>
                  <a:pt x="2715326" y="0"/>
                </a:lnTo>
                <a:lnTo>
                  <a:pt x="2715326" y="987797"/>
                </a:lnTo>
                <a:lnTo>
                  <a:pt x="0" y="98779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-59897" r="0" t="0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g39221376575_1_5"/>
          <p:cNvSpPr/>
          <p:nvPr/>
        </p:nvSpPr>
        <p:spPr>
          <a:xfrm rot="7025981">
            <a:off x="7297909" y="-35647"/>
            <a:ext cx="1953953" cy="409489"/>
          </a:xfrm>
          <a:custGeom>
            <a:rect b="b" l="l" r="r" t="t"/>
            <a:pathLst>
              <a:path extrusionOk="0" h="309158" w="1358937">
                <a:moveTo>
                  <a:pt x="0" y="0"/>
                </a:moveTo>
                <a:lnTo>
                  <a:pt x="1358937" y="0"/>
                </a:lnTo>
                <a:lnTo>
                  <a:pt x="1358937" y="309158"/>
                </a:lnTo>
                <a:lnTo>
                  <a:pt x="0" y="30915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9" name="Google Shape;89;g39221376575_1_5"/>
          <p:cNvGrpSpPr/>
          <p:nvPr/>
        </p:nvGrpSpPr>
        <p:grpSpPr>
          <a:xfrm>
            <a:off x="6116866" y="650625"/>
            <a:ext cx="1012749" cy="1215299"/>
            <a:chOff x="0" y="0"/>
            <a:chExt cx="812800" cy="812800"/>
          </a:xfrm>
        </p:grpSpPr>
        <p:sp>
          <p:nvSpPr>
            <p:cNvPr id="90" name="Google Shape;90;g39221376575_1_5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1" name="Google Shape;91;g39221376575_1_5"/>
            <p:cNvSpPr txBox="1"/>
            <p:nvPr/>
          </p:nvSpPr>
          <p:spPr>
            <a:xfrm>
              <a:off x="76200" y="66675"/>
              <a:ext cx="660300" cy="66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000" lIns="9000" spcFirstLastPara="1" rIns="9000" wrap="square" tIns="9000">
              <a:noAutofit/>
            </a:bodyPr>
            <a:lstStyle/>
            <a:p>
              <a:pPr indent="0" lvl="0" marL="0" marR="0" rtl="0" algn="ctr">
                <a:lnSpc>
                  <a:spcPct val="252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2" name="Google Shape;92;g39221376575_1_5"/>
          <p:cNvGrpSpPr/>
          <p:nvPr/>
        </p:nvGrpSpPr>
        <p:grpSpPr>
          <a:xfrm>
            <a:off x="-9" y="2752844"/>
            <a:ext cx="4394123" cy="548125"/>
            <a:chOff x="0" y="0"/>
            <a:chExt cx="3911102" cy="406500"/>
          </a:xfrm>
        </p:grpSpPr>
        <p:sp>
          <p:nvSpPr>
            <p:cNvPr id="93" name="Google Shape;93;g39221376575_1_5"/>
            <p:cNvSpPr/>
            <p:nvPr/>
          </p:nvSpPr>
          <p:spPr>
            <a:xfrm>
              <a:off x="0" y="0"/>
              <a:ext cx="3911102" cy="406400"/>
            </a:xfrm>
            <a:custGeom>
              <a:rect b="b" l="l" r="r" t="t"/>
              <a:pathLst>
                <a:path extrusionOk="0" h="406400" w="3911102">
                  <a:moveTo>
                    <a:pt x="3707902" y="0"/>
                  </a:moveTo>
                  <a:cubicBezTo>
                    <a:pt x="3820126" y="0"/>
                    <a:pt x="3911102" y="90976"/>
                    <a:pt x="3911102" y="203200"/>
                  </a:cubicBezTo>
                  <a:cubicBezTo>
                    <a:pt x="3911102" y="315424"/>
                    <a:pt x="3820126" y="406400"/>
                    <a:pt x="3707902" y="406400"/>
                  </a:cubicBezTo>
                  <a:lnTo>
                    <a:pt x="203200" y="406400"/>
                  </a:lnTo>
                  <a:cubicBezTo>
                    <a:pt x="90976" y="406400"/>
                    <a:pt x="0" y="315424"/>
                    <a:pt x="0" y="203200"/>
                  </a:cubicBezTo>
                  <a:cubicBezTo>
                    <a:pt x="0" y="90976"/>
                    <a:pt x="90976" y="0"/>
                    <a:pt x="203200" y="0"/>
                  </a:cubicBezTo>
                  <a:close/>
                </a:path>
              </a:pathLst>
            </a:custGeom>
            <a:solidFill>
              <a:srgbClr val="FB952D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4" name="Google Shape;94;g39221376575_1_5"/>
            <p:cNvSpPr txBox="1"/>
            <p:nvPr/>
          </p:nvSpPr>
          <p:spPr>
            <a:xfrm>
              <a:off x="0" y="0"/>
              <a:ext cx="3911100" cy="4065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7425" lIns="7425" spcFirstLastPara="1" rIns="7425" wrap="square" tIns="7425">
              <a:noAutofit/>
            </a:bodyPr>
            <a:lstStyle/>
            <a:p>
              <a:pPr indent="0" lvl="0" marL="0" marR="0" rtl="0" algn="ctr">
                <a:lnSpc>
                  <a:spcPct val="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5" name="Google Shape;95;g39221376575_1_5"/>
          <p:cNvSpPr/>
          <p:nvPr/>
        </p:nvSpPr>
        <p:spPr>
          <a:xfrm>
            <a:off x="3556944" y="2838933"/>
            <a:ext cx="313279" cy="375935"/>
          </a:xfrm>
          <a:custGeom>
            <a:rect b="b" l="l" r="r" t="t"/>
            <a:pathLst>
              <a:path extrusionOk="0" h="250623" w="250623">
                <a:moveTo>
                  <a:pt x="0" y="0"/>
                </a:moveTo>
                <a:lnTo>
                  <a:pt x="250623" y="0"/>
                </a:lnTo>
                <a:lnTo>
                  <a:pt x="250623" y="250623"/>
                </a:lnTo>
                <a:lnTo>
                  <a:pt x="0" y="2506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8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6" name="Google Shape;96;g39221376575_1_5"/>
          <p:cNvSpPr txBox="1"/>
          <p:nvPr/>
        </p:nvSpPr>
        <p:spPr>
          <a:xfrm>
            <a:off x="458911" y="1215753"/>
            <a:ext cx="2245200" cy="6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4500">
                <a:solidFill>
                  <a:srgbClr val="084A5A"/>
                </a:solidFill>
                <a:latin typeface="Poppins"/>
                <a:ea typeface="Poppins"/>
                <a:cs typeface="Poppins"/>
                <a:sym typeface="Poppins"/>
              </a:rPr>
              <a:t>AI FOR</a:t>
            </a:r>
            <a:endParaRPr sz="1900"/>
          </a:p>
        </p:txBody>
      </p:sp>
      <p:sp>
        <p:nvSpPr>
          <p:cNvPr id="97" name="Google Shape;97;g39221376575_1_5"/>
          <p:cNvSpPr txBox="1"/>
          <p:nvPr/>
        </p:nvSpPr>
        <p:spPr>
          <a:xfrm>
            <a:off x="484121" y="1903329"/>
            <a:ext cx="4087800" cy="56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700">
                <a:solidFill>
                  <a:srgbClr val="242424"/>
                </a:solidFill>
                <a:latin typeface="Poppins"/>
                <a:ea typeface="Poppins"/>
                <a:cs typeface="Poppins"/>
                <a:sym typeface="Poppins"/>
              </a:rPr>
              <a:t>EDUCATORS</a:t>
            </a:r>
            <a:endParaRPr sz="1900"/>
          </a:p>
        </p:txBody>
      </p:sp>
      <p:sp>
        <p:nvSpPr>
          <p:cNvPr id="98" name="Google Shape;98;g39221376575_1_5"/>
          <p:cNvSpPr txBox="1"/>
          <p:nvPr/>
        </p:nvSpPr>
        <p:spPr>
          <a:xfrm>
            <a:off x="425815" y="2896104"/>
            <a:ext cx="26772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242424"/>
                </a:solidFill>
                <a:latin typeface="Open Sans"/>
                <a:ea typeface="Open Sans"/>
                <a:cs typeface="Open Sans"/>
                <a:sym typeface="Open Sans"/>
              </a:rPr>
              <a:t>Microsoft Elevate</a:t>
            </a:r>
            <a:endParaRPr sz="1900"/>
          </a:p>
        </p:txBody>
      </p:sp>
      <p:sp>
        <p:nvSpPr>
          <p:cNvPr id="99" name="Google Shape;99;g39221376575_1_5"/>
          <p:cNvSpPr txBox="1"/>
          <p:nvPr/>
        </p:nvSpPr>
        <p:spPr>
          <a:xfrm>
            <a:off x="548640" y="3657905"/>
            <a:ext cx="4556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84A5A"/>
                </a:solidFill>
                <a:latin typeface="Open Sans"/>
                <a:ea typeface="Open Sans"/>
                <a:cs typeface="Open Sans"/>
                <a:sym typeface="Open Sans"/>
              </a:rPr>
              <a:t>IMPLEMENTATION BY: </a:t>
            </a:r>
            <a:endParaRPr sz="1900"/>
          </a:p>
        </p:txBody>
      </p:sp>
      <p:sp>
        <p:nvSpPr>
          <p:cNvPr id="100" name="Google Shape;100;g39221376575_1_5"/>
          <p:cNvSpPr txBox="1"/>
          <p:nvPr/>
        </p:nvSpPr>
        <p:spPr>
          <a:xfrm>
            <a:off x="425817" y="4931385"/>
            <a:ext cx="5691000" cy="1159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759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84A5A"/>
                </a:solidFill>
                <a:latin typeface="Open Sans"/>
                <a:ea typeface="Open Sans"/>
                <a:cs typeface="Open Sans"/>
                <a:sym typeface="Open Sans"/>
              </a:rPr>
              <a:t>“TECHNOLOGY WILL NEVER REPLACE GREAT TEACHERS.</a:t>
            </a:r>
            <a:endParaRPr sz="1900"/>
          </a:p>
          <a:p>
            <a:pPr indent="0" lvl="0" marL="0" marR="0" rtl="0" algn="l">
              <a:lnSpc>
                <a:spcPct val="1759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084A5A"/>
                </a:solidFill>
                <a:latin typeface="Open Sans"/>
                <a:ea typeface="Open Sans"/>
                <a:cs typeface="Open Sans"/>
                <a:sym typeface="Open Sans"/>
              </a:rPr>
              <a:t>BUT IN THE HANDS OF GREAT TEACHERS, IT BECOMES TRANSFORMATIONAL.”</a:t>
            </a:r>
            <a:endParaRPr sz="1900"/>
          </a:p>
          <a:p>
            <a:pPr indent="0" lvl="0" marL="0" marR="0" rtl="0" algn="l">
              <a:lnSpc>
                <a:spcPct val="17591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084A5A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g39221376575_1_5"/>
          <p:cNvSpPr/>
          <p:nvPr/>
        </p:nvSpPr>
        <p:spPr>
          <a:xfrm>
            <a:off x="8221540" y="1497267"/>
            <a:ext cx="747639" cy="313016"/>
          </a:xfrm>
          <a:custGeom>
            <a:rect b="b" l="l" r="r" t="t"/>
            <a:pathLst>
              <a:path extrusionOk="0" h="208677" w="598111">
                <a:moveTo>
                  <a:pt x="0" y="0"/>
                </a:moveTo>
                <a:lnTo>
                  <a:pt x="598112" y="0"/>
                </a:lnTo>
                <a:lnTo>
                  <a:pt x="598112" y="208677"/>
                </a:lnTo>
                <a:lnTo>
                  <a:pt x="0" y="2086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394878" l="0" r="-92927" t="0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g39221376575_1_5"/>
          <p:cNvSpPr/>
          <p:nvPr/>
        </p:nvSpPr>
        <p:spPr>
          <a:xfrm>
            <a:off x="4258636" y="5979483"/>
            <a:ext cx="747639" cy="313015"/>
          </a:xfrm>
          <a:custGeom>
            <a:rect b="b" l="l" r="r" t="t"/>
            <a:pathLst>
              <a:path extrusionOk="0" h="208677" w="598111">
                <a:moveTo>
                  <a:pt x="0" y="0"/>
                </a:moveTo>
                <a:lnTo>
                  <a:pt x="598111" y="0"/>
                </a:lnTo>
                <a:lnTo>
                  <a:pt x="598111" y="208677"/>
                </a:lnTo>
                <a:lnTo>
                  <a:pt x="0" y="20867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9">
              <a:alphaModFix/>
            </a:blip>
            <a:stretch>
              <a:fillRect b="-394878" l="0" r="-92927" t="0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3" name="Google Shape;103;g39221376575_1_5"/>
          <p:cNvSpPr txBox="1"/>
          <p:nvPr/>
        </p:nvSpPr>
        <p:spPr>
          <a:xfrm>
            <a:off x="571500" y="4230876"/>
            <a:ext cx="4556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6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700">
                <a:solidFill>
                  <a:srgbClr val="084A5A"/>
                </a:solidFill>
                <a:latin typeface="Open Sans"/>
                <a:ea typeface="Open Sans"/>
                <a:cs typeface="Open Sans"/>
                <a:sym typeface="Open Sans"/>
              </a:rPr>
              <a:t>KNOWLEDGE PARTNER: </a:t>
            </a:r>
            <a:endParaRPr sz="1900"/>
          </a:p>
        </p:txBody>
      </p:sp>
      <p:sp>
        <p:nvSpPr>
          <p:cNvPr id="104" name="Google Shape;104;g39221376575_1_5"/>
          <p:cNvSpPr/>
          <p:nvPr/>
        </p:nvSpPr>
        <p:spPr>
          <a:xfrm>
            <a:off x="2849810" y="3581077"/>
            <a:ext cx="785484" cy="490706"/>
          </a:xfrm>
          <a:custGeom>
            <a:rect b="b" l="l" r="r" t="t"/>
            <a:pathLst>
              <a:path extrusionOk="0" h="327137" w="628387">
                <a:moveTo>
                  <a:pt x="0" y="0"/>
                </a:moveTo>
                <a:lnTo>
                  <a:pt x="628387" y="0"/>
                </a:lnTo>
                <a:lnTo>
                  <a:pt x="628387" y="327136"/>
                </a:lnTo>
                <a:lnTo>
                  <a:pt x="0" y="32713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0">
              <a:alphaModFix/>
            </a:blip>
            <a:stretch>
              <a:fillRect b="-4129" l="0" r="0" t="-1339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5" name="Google Shape;105;g39221376575_1_5"/>
          <p:cNvSpPr/>
          <p:nvPr/>
        </p:nvSpPr>
        <p:spPr>
          <a:xfrm>
            <a:off x="548640" y="488238"/>
            <a:ext cx="1694607" cy="584640"/>
          </a:xfrm>
          <a:custGeom>
            <a:rect b="b" l="l" r="r" t="t"/>
            <a:pathLst>
              <a:path extrusionOk="0" h="389760" w="1355686">
                <a:moveTo>
                  <a:pt x="0" y="0"/>
                </a:moveTo>
                <a:lnTo>
                  <a:pt x="1355686" y="0"/>
                </a:lnTo>
                <a:lnTo>
                  <a:pt x="1355686" y="389760"/>
                </a:lnTo>
                <a:lnTo>
                  <a:pt x="0" y="38976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1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g39221376575_1_5"/>
          <p:cNvSpPr/>
          <p:nvPr/>
        </p:nvSpPr>
        <p:spPr>
          <a:xfrm>
            <a:off x="3057860" y="4215141"/>
            <a:ext cx="1445606" cy="420578"/>
          </a:xfrm>
          <a:custGeom>
            <a:rect b="b" l="l" r="r" t="t"/>
            <a:pathLst>
              <a:path extrusionOk="0" h="280385" w="1156485">
                <a:moveTo>
                  <a:pt x="0" y="0"/>
                </a:moveTo>
                <a:lnTo>
                  <a:pt x="1156485" y="0"/>
                </a:lnTo>
                <a:lnTo>
                  <a:pt x="1156485" y="280385"/>
                </a:lnTo>
                <a:lnTo>
                  <a:pt x="0" y="28038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12">
              <a:alphaModFix/>
            </a:blip>
            <a:stretch>
              <a:fillRect b="-9299" l="-1689" r="-1689" t="-18618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Microsoft 365 Copilot Word માં કેવી રીતે ઉપયોગી છે</a:t>
            </a:r>
            <a:endParaRPr/>
          </a:p>
        </p:txBody>
      </p:sp>
      <p:sp>
        <p:nvSpPr>
          <p:cNvPr id="112" name="Google Shape;112;p1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ડ્રાફ્ટિંગ, સંપાદન, સારાંશ, ફોર્મેટિંગ અને વિચારો જનરેટ કરવા માટે ઉપયોગી</a:t>
            </a:r>
            <a:endParaRPr/>
          </a:p>
        </p:txBody>
      </p:sp>
      <p:sp>
        <p:nvSpPr>
          <p:cNvPr id="113" name="Google Shape;113;p1"/>
          <p:cNvSpPr/>
          <p:nvPr/>
        </p:nvSpPr>
        <p:spPr>
          <a:xfrm>
            <a:off x="8167734" y="105265"/>
            <a:ext cx="809534" cy="505730"/>
          </a:xfrm>
          <a:custGeom>
            <a:rect b="b" l="l" r="r" t="t"/>
            <a:pathLst>
              <a:path extrusionOk="0" h="337153" w="647627">
                <a:moveTo>
                  <a:pt x="0" y="0"/>
                </a:moveTo>
                <a:lnTo>
                  <a:pt x="647626" y="0"/>
                </a:lnTo>
                <a:lnTo>
                  <a:pt x="647626" y="337153"/>
                </a:lnTo>
                <a:lnTo>
                  <a:pt x="0" y="337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129" l="0" r="0" t="-1339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"/>
          <p:cNvSpPr/>
          <p:nvPr/>
        </p:nvSpPr>
        <p:spPr>
          <a:xfrm>
            <a:off x="68145" y="129204"/>
            <a:ext cx="1219464" cy="354785"/>
          </a:xfrm>
          <a:custGeom>
            <a:rect b="b" l="l" r="r" t="t"/>
            <a:pathLst>
              <a:path extrusionOk="0" h="236523" w="975571">
                <a:moveTo>
                  <a:pt x="0" y="0"/>
                </a:moveTo>
                <a:lnTo>
                  <a:pt x="975571" y="0"/>
                </a:lnTo>
                <a:lnTo>
                  <a:pt x="975571" y="236523"/>
                </a:lnTo>
                <a:lnTo>
                  <a:pt x="0" y="236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299" l="-1689" r="-1689" t="-18618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5" name="Google Shape;115;p1"/>
          <p:cNvGrpSpPr/>
          <p:nvPr/>
        </p:nvGrpSpPr>
        <p:grpSpPr>
          <a:xfrm>
            <a:off x="0" y="6321082"/>
            <a:ext cx="9332197" cy="623064"/>
            <a:chOff x="0" y="-19050"/>
            <a:chExt cx="4424100" cy="246144"/>
          </a:xfrm>
        </p:grpSpPr>
        <p:sp>
          <p:nvSpPr>
            <p:cNvPr id="116" name="Google Shape;116;p1"/>
            <p:cNvSpPr/>
            <p:nvPr/>
          </p:nvSpPr>
          <p:spPr>
            <a:xfrm>
              <a:off x="0" y="0"/>
              <a:ext cx="4424017" cy="227094"/>
            </a:xfrm>
            <a:custGeom>
              <a:rect b="b" l="l" r="r" t="t"/>
              <a:pathLst>
                <a:path extrusionOk="0" h="227094" w="4424017">
                  <a:moveTo>
                    <a:pt x="0" y="0"/>
                  </a:moveTo>
                  <a:lnTo>
                    <a:pt x="4424017" y="0"/>
                  </a:lnTo>
                  <a:lnTo>
                    <a:pt x="4424017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1"/>
            <p:cNvSpPr txBox="1"/>
            <p:nvPr/>
          </p:nvSpPr>
          <p:spPr>
            <a:xfrm>
              <a:off x="0" y="-19050"/>
              <a:ext cx="44241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8" name="Google Shape;118;p1"/>
          <p:cNvGrpSpPr/>
          <p:nvPr/>
        </p:nvGrpSpPr>
        <p:grpSpPr>
          <a:xfrm>
            <a:off x="1370953" y="-48221"/>
            <a:ext cx="2711001" cy="623064"/>
            <a:chOff x="0" y="-19050"/>
            <a:chExt cx="1285200" cy="246144"/>
          </a:xfrm>
        </p:grpSpPr>
        <p:sp>
          <p:nvSpPr>
            <p:cNvPr id="119" name="Google Shape;119;p1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1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1" name="Google Shape;121;p1"/>
          <p:cNvSpPr/>
          <p:nvPr/>
        </p:nvSpPr>
        <p:spPr>
          <a:xfrm>
            <a:off x="4149165" y="88736"/>
            <a:ext cx="1151770" cy="397361"/>
          </a:xfrm>
          <a:custGeom>
            <a:rect b="b" l="l" r="r" t="t"/>
            <a:pathLst>
              <a:path extrusionOk="0" h="264907" w="921416">
                <a:moveTo>
                  <a:pt x="0" y="0"/>
                </a:moveTo>
                <a:lnTo>
                  <a:pt x="921416" y="0"/>
                </a:lnTo>
                <a:lnTo>
                  <a:pt x="921416" y="264907"/>
                </a:lnTo>
                <a:lnTo>
                  <a:pt x="0" y="2649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2" name="Google Shape;122;p1"/>
          <p:cNvGrpSpPr/>
          <p:nvPr/>
        </p:nvGrpSpPr>
        <p:grpSpPr>
          <a:xfrm>
            <a:off x="5372372" y="-29041"/>
            <a:ext cx="2711001" cy="623064"/>
            <a:chOff x="0" y="-19050"/>
            <a:chExt cx="1285200" cy="246144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39221376575_1_246"/>
          <p:cNvSpPr/>
          <p:nvPr/>
        </p:nvSpPr>
        <p:spPr>
          <a:xfrm>
            <a:off x="8167734" y="105265"/>
            <a:ext cx="809534" cy="505730"/>
          </a:xfrm>
          <a:custGeom>
            <a:rect b="b" l="l" r="r" t="t"/>
            <a:pathLst>
              <a:path extrusionOk="0" h="337153" w="647627">
                <a:moveTo>
                  <a:pt x="0" y="0"/>
                </a:moveTo>
                <a:lnTo>
                  <a:pt x="647626" y="0"/>
                </a:lnTo>
                <a:lnTo>
                  <a:pt x="647626" y="337153"/>
                </a:lnTo>
                <a:lnTo>
                  <a:pt x="0" y="337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129" l="0" r="0" t="-1339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g39221376575_1_246"/>
          <p:cNvSpPr/>
          <p:nvPr/>
        </p:nvSpPr>
        <p:spPr>
          <a:xfrm>
            <a:off x="68145" y="129204"/>
            <a:ext cx="1219464" cy="354785"/>
          </a:xfrm>
          <a:custGeom>
            <a:rect b="b" l="l" r="r" t="t"/>
            <a:pathLst>
              <a:path extrusionOk="0" h="236523" w="975571">
                <a:moveTo>
                  <a:pt x="0" y="0"/>
                </a:moveTo>
                <a:lnTo>
                  <a:pt x="975571" y="0"/>
                </a:lnTo>
                <a:lnTo>
                  <a:pt x="975571" y="236523"/>
                </a:lnTo>
                <a:lnTo>
                  <a:pt x="0" y="236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299" l="-1689" r="-1689" t="-18618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1" name="Google Shape;131;g39221376575_1_246"/>
          <p:cNvGrpSpPr/>
          <p:nvPr/>
        </p:nvGrpSpPr>
        <p:grpSpPr>
          <a:xfrm>
            <a:off x="0" y="6321082"/>
            <a:ext cx="9332197" cy="623064"/>
            <a:chOff x="0" y="-19050"/>
            <a:chExt cx="4424100" cy="246144"/>
          </a:xfrm>
        </p:grpSpPr>
        <p:sp>
          <p:nvSpPr>
            <p:cNvPr id="132" name="Google Shape;132;g39221376575_1_246"/>
            <p:cNvSpPr/>
            <p:nvPr/>
          </p:nvSpPr>
          <p:spPr>
            <a:xfrm>
              <a:off x="0" y="0"/>
              <a:ext cx="4424017" cy="227094"/>
            </a:xfrm>
            <a:custGeom>
              <a:rect b="b" l="l" r="r" t="t"/>
              <a:pathLst>
                <a:path extrusionOk="0" h="227094" w="4424017">
                  <a:moveTo>
                    <a:pt x="0" y="0"/>
                  </a:moveTo>
                  <a:lnTo>
                    <a:pt x="4424017" y="0"/>
                  </a:lnTo>
                  <a:lnTo>
                    <a:pt x="4424017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3" name="Google Shape;133;g39221376575_1_246"/>
            <p:cNvSpPr txBox="1"/>
            <p:nvPr/>
          </p:nvSpPr>
          <p:spPr>
            <a:xfrm>
              <a:off x="0" y="-19050"/>
              <a:ext cx="44241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34" name="Google Shape;134;g39221376575_1_246"/>
          <p:cNvGrpSpPr/>
          <p:nvPr/>
        </p:nvGrpSpPr>
        <p:grpSpPr>
          <a:xfrm>
            <a:off x="1370953" y="-48221"/>
            <a:ext cx="2711001" cy="623064"/>
            <a:chOff x="0" y="-19050"/>
            <a:chExt cx="1285200" cy="246144"/>
          </a:xfrm>
        </p:grpSpPr>
        <p:sp>
          <p:nvSpPr>
            <p:cNvPr id="135" name="Google Shape;135;g39221376575_1_246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36" name="Google Shape;136;g39221376575_1_246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7" name="Google Shape;137;g39221376575_1_246"/>
          <p:cNvSpPr/>
          <p:nvPr/>
        </p:nvSpPr>
        <p:spPr>
          <a:xfrm>
            <a:off x="4149165" y="88736"/>
            <a:ext cx="1151770" cy="397361"/>
          </a:xfrm>
          <a:custGeom>
            <a:rect b="b" l="l" r="r" t="t"/>
            <a:pathLst>
              <a:path extrusionOk="0" h="264907" w="921416">
                <a:moveTo>
                  <a:pt x="0" y="0"/>
                </a:moveTo>
                <a:lnTo>
                  <a:pt x="921416" y="0"/>
                </a:lnTo>
                <a:lnTo>
                  <a:pt x="921416" y="264907"/>
                </a:lnTo>
                <a:lnTo>
                  <a:pt x="0" y="2649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38" name="Google Shape;138;g39221376575_1_246"/>
          <p:cNvGrpSpPr/>
          <p:nvPr/>
        </p:nvGrpSpPr>
        <p:grpSpPr>
          <a:xfrm>
            <a:off x="5372372" y="-29041"/>
            <a:ext cx="2711001" cy="623064"/>
            <a:chOff x="0" y="-19050"/>
            <a:chExt cx="1285200" cy="246144"/>
          </a:xfrm>
        </p:grpSpPr>
        <p:sp>
          <p:nvSpPr>
            <p:cNvPr id="139" name="Google Shape;139;g39221376575_1_246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40" name="Google Shape;140;g39221376575_1_246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1" name="Google Shape;141;g39221376575_1_246"/>
          <p:cNvSpPr txBox="1"/>
          <p:nvPr>
            <p:ph type="ctr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Copilot શું છે?</a:t>
            </a:r>
            <a:endParaRPr/>
          </a:p>
        </p:txBody>
      </p:sp>
      <p:sp>
        <p:nvSpPr>
          <p:cNvPr id="142" name="Google Shape;142;g39221376575_1_246"/>
          <p:cNvSpPr txBox="1"/>
          <p:nvPr>
            <p:ph idx="1" type="subTitle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1397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Microsoft 365 Copilot એ AI આધારિત સહાયક છે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Word માં લખાણ તૈયાર કરવામાં મદદ કરે છે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દસ્તાવેજો સંપાદિત અને ફોર્મેટ કરવામાં સહાય કરે છે</a:t>
            </a:r>
            <a:endParaRPr/>
          </a:p>
          <a:p>
            <a:pPr indent="-1397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વિચારો જનરેટ કરવા અને સારાંશ આપવા માટે ઉપયોગી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9221376575_1_340"/>
          <p:cNvSpPr/>
          <p:nvPr/>
        </p:nvSpPr>
        <p:spPr>
          <a:xfrm>
            <a:off x="8167734" y="105265"/>
            <a:ext cx="809534" cy="505730"/>
          </a:xfrm>
          <a:custGeom>
            <a:rect b="b" l="l" r="r" t="t"/>
            <a:pathLst>
              <a:path extrusionOk="0" h="337153" w="647627">
                <a:moveTo>
                  <a:pt x="0" y="0"/>
                </a:moveTo>
                <a:lnTo>
                  <a:pt x="647626" y="0"/>
                </a:lnTo>
                <a:lnTo>
                  <a:pt x="647626" y="337153"/>
                </a:lnTo>
                <a:lnTo>
                  <a:pt x="0" y="337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129" l="0" r="0" t="-1339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g39221376575_1_340"/>
          <p:cNvSpPr/>
          <p:nvPr/>
        </p:nvSpPr>
        <p:spPr>
          <a:xfrm>
            <a:off x="68145" y="129204"/>
            <a:ext cx="1219464" cy="354785"/>
          </a:xfrm>
          <a:custGeom>
            <a:rect b="b" l="l" r="r" t="t"/>
            <a:pathLst>
              <a:path extrusionOk="0" h="236523" w="975571">
                <a:moveTo>
                  <a:pt x="0" y="0"/>
                </a:moveTo>
                <a:lnTo>
                  <a:pt x="975571" y="0"/>
                </a:lnTo>
                <a:lnTo>
                  <a:pt x="975571" y="236523"/>
                </a:lnTo>
                <a:lnTo>
                  <a:pt x="0" y="236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299" l="-1689" r="-1689" t="-18618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9" name="Google Shape;149;g39221376575_1_340"/>
          <p:cNvGrpSpPr/>
          <p:nvPr/>
        </p:nvGrpSpPr>
        <p:grpSpPr>
          <a:xfrm>
            <a:off x="0" y="6321082"/>
            <a:ext cx="9332197" cy="623064"/>
            <a:chOff x="0" y="-19050"/>
            <a:chExt cx="4424100" cy="246144"/>
          </a:xfrm>
        </p:grpSpPr>
        <p:sp>
          <p:nvSpPr>
            <p:cNvPr id="150" name="Google Shape;150;g39221376575_1_340"/>
            <p:cNvSpPr/>
            <p:nvPr/>
          </p:nvSpPr>
          <p:spPr>
            <a:xfrm>
              <a:off x="0" y="0"/>
              <a:ext cx="4424017" cy="227094"/>
            </a:xfrm>
            <a:custGeom>
              <a:rect b="b" l="l" r="r" t="t"/>
              <a:pathLst>
                <a:path extrusionOk="0" h="227094" w="4424017">
                  <a:moveTo>
                    <a:pt x="0" y="0"/>
                  </a:moveTo>
                  <a:lnTo>
                    <a:pt x="4424017" y="0"/>
                  </a:lnTo>
                  <a:lnTo>
                    <a:pt x="4424017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1" name="Google Shape;151;g39221376575_1_340"/>
            <p:cNvSpPr txBox="1"/>
            <p:nvPr/>
          </p:nvSpPr>
          <p:spPr>
            <a:xfrm>
              <a:off x="0" y="-19050"/>
              <a:ext cx="44241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2" name="Google Shape;152;g39221376575_1_340"/>
          <p:cNvGrpSpPr/>
          <p:nvPr/>
        </p:nvGrpSpPr>
        <p:grpSpPr>
          <a:xfrm>
            <a:off x="1370953" y="-48221"/>
            <a:ext cx="2711001" cy="623064"/>
            <a:chOff x="0" y="-19050"/>
            <a:chExt cx="1285200" cy="246144"/>
          </a:xfrm>
        </p:grpSpPr>
        <p:sp>
          <p:nvSpPr>
            <p:cNvPr id="153" name="Google Shape;153;g39221376575_1_340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4" name="Google Shape;154;g39221376575_1_340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5" name="Google Shape;155;g39221376575_1_340"/>
          <p:cNvSpPr/>
          <p:nvPr/>
        </p:nvSpPr>
        <p:spPr>
          <a:xfrm>
            <a:off x="4149165" y="88736"/>
            <a:ext cx="1151770" cy="397361"/>
          </a:xfrm>
          <a:custGeom>
            <a:rect b="b" l="l" r="r" t="t"/>
            <a:pathLst>
              <a:path extrusionOk="0" h="264907" w="921416">
                <a:moveTo>
                  <a:pt x="0" y="0"/>
                </a:moveTo>
                <a:lnTo>
                  <a:pt x="921416" y="0"/>
                </a:lnTo>
                <a:lnTo>
                  <a:pt x="921416" y="264907"/>
                </a:lnTo>
                <a:lnTo>
                  <a:pt x="0" y="2649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56" name="Google Shape;156;g39221376575_1_340"/>
          <p:cNvGrpSpPr/>
          <p:nvPr/>
        </p:nvGrpSpPr>
        <p:grpSpPr>
          <a:xfrm>
            <a:off x="5372372" y="-29041"/>
            <a:ext cx="2711001" cy="623064"/>
            <a:chOff x="0" y="-19050"/>
            <a:chExt cx="1285200" cy="246144"/>
          </a:xfrm>
        </p:grpSpPr>
        <p:sp>
          <p:nvSpPr>
            <p:cNvPr id="157" name="Google Shape;157;g39221376575_1_340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8" name="Google Shape;158;g39221376575_1_340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9" name="Google Shape;159;g39221376575_1_340"/>
          <p:cNvSpPr txBox="1"/>
          <p:nvPr>
            <p:ph idx="4294967295" type="title"/>
          </p:nvPr>
        </p:nvSpPr>
        <p:spPr>
          <a:xfrm>
            <a:off x="457200" y="61098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ડ્રાફ્ટિંગ દસ્તાવેજો</a:t>
            </a:r>
            <a:endParaRPr/>
          </a:p>
        </p:txBody>
      </p:sp>
      <p:sp>
        <p:nvSpPr>
          <p:cNvPr id="160" name="Google Shape;160;g39221376575_1_340"/>
          <p:cNvSpPr txBox="1"/>
          <p:nvPr>
            <p:ph idx="4294967295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સરળ સૂચનો પરથી દસ્તાવેજ તૈયાર કરે છે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ઉદાહરણ: 'મને રજાની અરજી લખી આપો'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સમય બચાવે છે અને કાર્યક્ષમતા વધારશે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221376575_1_361"/>
          <p:cNvSpPr/>
          <p:nvPr/>
        </p:nvSpPr>
        <p:spPr>
          <a:xfrm>
            <a:off x="8167734" y="105265"/>
            <a:ext cx="809534" cy="505730"/>
          </a:xfrm>
          <a:custGeom>
            <a:rect b="b" l="l" r="r" t="t"/>
            <a:pathLst>
              <a:path extrusionOk="0" h="337153" w="647627">
                <a:moveTo>
                  <a:pt x="0" y="0"/>
                </a:moveTo>
                <a:lnTo>
                  <a:pt x="647626" y="0"/>
                </a:lnTo>
                <a:lnTo>
                  <a:pt x="647626" y="337153"/>
                </a:lnTo>
                <a:lnTo>
                  <a:pt x="0" y="337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129" l="0" r="0" t="-1339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g39221376575_1_361"/>
          <p:cNvSpPr/>
          <p:nvPr/>
        </p:nvSpPr>
        <p:spPr>
          <a:xfrm>
            <a:off x="68145" y="129204"/>
            <a:ext cx="1219464" cy="354785"/>
          </a:xfrm>
          <a:custGeom>
            <a:rect b="b" l="l" r="r" t="t"/>
            <a:pathLst>
              <a:path extrusionOk="0" h="236523" w="975571">
                <a:moveTo>
                  <a:pt x="0" y="0"/>
                </a:moveTo>
                <a:lnTo>
                  <a:pt x="975571" y="0"/>
                </a:lnTo>
                <a:lnTo>
                  <a:pt x="975571" y="236523"/>
                </a:lnTo>
                <a:lnTo>
                  <a:pt x="0" y="236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299" l="-1689" r="-1689" t="-18618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67" name="Google Shape;167;g39221376575_1_361"/>
          <p:cNvGrpSpPr/>
          <p:nvPr/>
        </p:nvGrpSpPr>
        <p:grpSpPr>
          <a:xfrm>
            <a:off x="0" y="6321082"/>
            <a:ext cx="9332197" cy="623064"/>
            <a:chOff x="0" y="-19050"/>
            <a:chExt cx="4424100" cy="246144"/>
          </a:xfrm>
        </p:grpSpPr>
        <p:sp>
          <p:nvSpPr>
            <p:cNvPr id="168" name="Google Shape;168;g39221376575_1_361"/>
            <p:cNvSpPr/>
            <p:nvPr/>
          </p:nvSpPr>
          <p:spPr>
            <a:xfrm>
              <a:off x="0" y="0"/>
              <a:ext cx="4424017" cy="227094"/>
            </a:xfrm>
            <a:custGeom>
              <a:rect b="b" l="l" r="r" t="t"/>
              <a:pathLst>
                <a:path extrusionOk="0" h="227094" w="4424017">
                  <a:moveTo>
                    <a:pt x="0" y="0"/>
                  </a:moveTo>
                  <a:lnTo>
                    <a:pt x="4424017" y="0"/>
                  </a:lnTo>
                  <a:lnTo>
                    <a:pt x="4424017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g39221376575_1_361"/>
            <p:cNvSpPr txBox="1"/>
            <p:nvPr/>
          </p:nvSpPr>
          <p:spPr>
            <a:xfrm>
              <a:off x="0" y="-19050"/>
              <a:ext cx="44241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0" name="Google Shape;170;g39221376575_1_361"/>
          <p:cNvGrpSpPr/>
          <p:nvPr/>
        </p:nvGrpSpPr>
        <p:grpSpPr>
          <a:xfrm>
            <a:off x="1370953" y="-48221"/>
            <a:ext cx="2711001" cy="623064"/>
            <a:chOff x="0" y="-19050"/>
            <a:chExt cx="1285200" cy="246144"/>
          </a:xfrm>
        </p:grpSpPr>
        <p:sp>
          <p:nvSpPr>
            <p:cNvPr id="171" name="Google Shape;171;g39221376575_1_361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2" name="Google Shape;172;g39221376575_1_361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3" name="Google Shape;173;g39221376575_1_361"/>
          <p:cNvSpPr/>
          <p:nvPr/>
        </p:nvSpPr>
        <p:spPr>
          <a:xfrm>
            <a:off x="4149165" y="88736"/>
            <a:ext cx="1151770" cy="397361"/>
          </a:xfrm>
          <a:custGeom>
            <a:rect b="b" l="l" r="r" t="t"/>
            <a:pathLst>
              <a:path extrusionOk="0" h="264907" w="921416">
                <a:moveTo>
                  <a:pt x="0" y="0"/>
                </a:moveTo>
                <a:lnTo>
                  <a:pt x="921416" y="0"/>
                </a:lnTo>
                <a:lnTo>
                  <a:pt x="921416" y="264907"/>
                </a:lnTo>
                <a:lnTo>
                  <a:pt x="0" y="2649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74" name="Google Shape;174;g39221376575_1_361"/>
          <p:cNvGrpSpPr/>
          <p:nvPr/>
        </p:nvGrpSpPr>
        <p:grpSpPr>
          <a:xfrm>
            <a:off x="5372372" y="-29041"/>
            <a:ext cx="2711001" cy="623064"/>
            <a:chOff x="0" y="-19050"/>
            <a:chExt cx="1285200" cy="246144"/>
          </a:xfrm>
        </p:grpSpPr>
        <p:sp>
          <p:nvSpPr>
            <p:cNvPr id="175" name="Google Shape;175;g39221376575_1_361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6" name="Google Shape;176;g39221376575_1_361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77" name="Google Shape;177;g39221376575_1_361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સંપાદન અને સુધારણા</a:t>
            </a:r>
            <a:endParaRPr/>
          </a:p>
        </p:txBody>
      </p:sp>
      <p:sp>
        <p:nvSpPr>
          <p:cNvPr id="178" name="Google Shape;178;g39221376575_1_361"/>
          <p:cNvSpPr txBox="1"/>
          <p:nvPr>
            <p:ph idx="4294967295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લખાણમાં ભૂલો શોધી સુધારે છે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ભાષા અને વ્યાકરણ સુધારે છે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ઉદાહરણ: 'આ પેરાગ્રાફ વધુ વ્યાવસાયિક બનાવો'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9221376575_1_380"/>
          <p:cNvSpPr/>
          <p:nvPr/>
        </p:nvSpPr>
        <p:spPr>
          <a:xfrm>
            <a:off x="8167734" y="105265"/>
            <a:ext cx="809534" cy="505730"/>
          </a:xfrm>
          <a:custGeom>
            <a:rect b="b" l="l" r="r" t="t"/>
            <a:pathLst>
              <a:path extrusionOk="0" h="337153" w="647627">
                <a:moveTo>
                  <a:pt x="0" y="0"/>
                </a:moveTo>
                <a:lnTo>
                  <a:pt x="647626" y="0"/>
                </a:lnTo>
                <a:lnTo>
                  <a:pt x="647626" y="337153"/>
                </a:lnTo>
                <a:lnTo>
                  <a:pt x="0" y="337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129" l="0" r="0" t="-1339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g39221376575_1_380"/>
          <p:cNvSpPr/>
          <p:nvPr/>
        </p:nvSpPr>
        <p:spPr>
          <a:xfrm>
            <a:off x="68145" y="129204"/>
            <a:ext cx="1219464" cy="354785"/>
          </a:xfrm>
          <a:custGeom>
            <a:rect b="b" l="l" r="r" t="t"/>
            <a:pathLst>
              <a:path extrusionOk="0" h="236523" w="975571">
                <a:moveTo>
                  <a:pt x="0" y="0"/>
                </a:moveTo>
                <a:lnTo>
                  <a:pt x="975571" y="0"/>
                </a:lnTo>
                <a:lnTo>
                  <a:pt x="975571" y="236523"/>
                </a:lnTo>
                <a:lnTo>
                  <a:pt x="0" y="236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299" l="-1689" r="-1689" t="-18618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85" name="Google Shape;185;g39221376575_1_380"/>
          <p:cNvGrpSpPr/>
          <p:nvPr/>
        </p:nvGrpSpPr>
        <p:grpSpPr>
          <a:xfrm>
            <a:off x="0" y="6321082"/>
            <a:ext cx="9332197" cy="623064"/>
            <a:chOff x="0" y="-19050"/>
            <a:chExt cx="4424100" cy="246144"/>
          </a:xfrm>
        </p:grpSpPr>
        <p:sp>
          <p:nvSpPr>
            <p:cNvPr id="186" name="Google Shape;186;g39221376575_1_380"/>
            <p:cNvSpPr/>
            <p:nvPr/>
          </p:nvSpPr>
          <p:spPr>
            <a:xfrm>
              <a:off x="0" y="0"/>
              <a:ext cx="4424017" cy="227094"/>
            </a:xfrm>
            <a:custGeom>
              <a:rect b="b" l="l" r="r" t="t"/>
              <a:pathLst>
                <a:path extrusionOk="0" h="227094" w="4424017">
                  <a:moveTo>
                    <a:pt x="0" y="0"/>
                  </a:moveTo>
                  <a:lnTo>
                    <a:pt x="4424017" y="0"/>
                  </a:lnTo>
                  <a:lnTo>
                    <a:pt x="4424017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g39221376575_1_380"/>
            <p:cNvSpPr txBox="1"/>
            <p:nvPr/>
          </p:nvSpPr>
          <p:spPr>
            <a:xfrm>
              <a:off x="0" y="-19050"/>
              <a:ext cx="44241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88" name="Google Shape;188;g39221376575_1_380"/>
          <p:cNvGrpSpPr/>
          <p:nvPr/>
        </p:nvGrpSpPr>
        <p:grpSpPr>
          <a:xfrm>
            <a:off x="1370953" y="-48221"/>
            <a:ext cx="2711001" cy="623064"/>
            <a:chOff x="0" y="-19050"/>
            <a:chExt cx="1285200" cy="246144"/>
          </a:xfrm>
        </p:grpSpPr>
        <p:sp>
          <p:nvSpPr>
            <p:cNvPr id="189" name="Google Shape;189;g39221376575_1_380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0" name="Google Shape;190;g39221376575_1_380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1" name="Google Shape;191;g39221376575_1_380"/>
          <p:cNvSpPr/>
          <p:nvPr/>
        </p:nvSpPr>
        <p:spPr>
          <a:xfrm>
            <a:off x="4149165" y="88736"/>
            <a:ext cx="1151770" cy="397361"/>
          </a:xfrm>
          <a:custGeom>
            <a:rect b="b" l="l" r="r" t="t"/>
            <a:pathLst>
              <a:path extrusionOk="0" h="264907" w="921416">
                <a:moveTo>
                  <a:pt x="0" y="0"/>
                </a:moveTo>
                <a:lnTo>
                  <a:pt x="921416" y="0"/>
                </a:lnTo>
                <a:lnTo>
                  <a:pt x="921416" y="264907"/>
                </a:lnTo>
                <a:lnTo>
                  <a:pt x="0" y="2649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92" name="Google Shape;192;g39221376575_1_380"/>
          <p:cNvGrpSpPr/>
          <p:nvPr/>
        </p:nvGrpSpPr>
        <p:grpSpPr>
          <a:xfrm>
            <a:off x="5372372" y="-29041"/>
            <a:ext cx="2711001" cy="623064"/>
            <a:chOff x="0" y="-19050"/>
            <a:chExt cx="1285200" cy="246144"/>
          </a:xfrm>
        </p:grpSpPr>
        <p:sp>
          <p:nvSpPr>
            <p:cNvPr id="193" name="Google Shape;193;g39221376575_1_380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4" name="Google Shape;194;g39221376575_1_380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5" name="Google Shape;195;g39221376575_1_380"/>
          <p:cNvSpPr txBox="1"/>
          <p:nvPr>
            <p:ph idx="4294967295" type="title"/>
          </p:nvPr>
        </p:nvSpPr>
        <p:spPr>
          <a:xfrm>
            <a:off x="457200" y="503163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સારાંશ આપવો</a:t>
            </a:r>
            <a:endParaRPr/>
          </a:p>
        </p:txBody>
      </p:sp>
      <p:sp>
        <p:nvSpPr>
          <p:cNvPr id="196" name="Google Shape;196;g39221376575_1_380"/>
          <p:cNvSpPr txBox="1"/>
          <p:nvPr>
            <p:ph idx="4294967295" type="body"/>
          </p:nvPr>
        </p:nvSpPr>
        <p:spPr>
          <a:xfrm>
            <a:off x="457200" y="1828725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લાંબા દસ્તાવેજોનો ટૂંકો સારાંશ આપે છે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મુખ્ય મુદ્દાઓ હાઇલાઇટ કરે છે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ઉદાહરણ: 'આ દસ્તાવેજનો સારાંશ આપો'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9221376575_1_399"/>
          <p:cNvSpPr/>
          <p:nvPr/>
        </p:nvSpPr>
        <p:spPr>
          <a:xfrm>
            <a:off x="8167734" y="105265"/>
            <a:ext cx="809534" cy="505730"/>
          </a:xfrm>
          <a:custGeom>
            <a:rect b="b" l="l" r="r" t="t"/>
            <a:pathLst>
              <a:path extrusionOk="0" h="337153" w="647627">
                <a:moveTo>
                  <a:pt x="0" y="0"/>
                </a:moveTo>
                <a:lnTo>
                  <a:pt x="647626" y="0"/>
                </a:lnTo>
                <a:lnTo>
                  <a:pt x="647626" y="337153"/>
                </a:lnTo>
                <a:lnTo>
                  <a:pt x="0" y="337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129" l="0" r="0" t="-1339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g39221376575_1_399"/>
          <p:cNvSpPr/>
          <p:nvPr/>
        </p:nvSpPr>
        <p:spPr>
          <a:xfrm>
            <a:off x="68145" y="129204"/>
            <a:ext cx="1219464" cy="354785"/>
          </a:xfrm>
          <a:custGeom>
            <a:rect b="b" l="l" r="r" t="t"/>
            <a:pathLst>
              <a:path extrusionOk="0" h="236523" w="975571">
                <a:moveTo>
                  <a:pt x="0" y="0"/>
                </a:moveTo>
                <a:lnTo>
                  <a:pt x="975571" y="0"/>
                </a:lnTo>
                <a:lnTo>
                  <a:pt x="975571" y="236523"/>
                </a:lnTo>
                <a:lnTo>
                  <a:pt x="0" y="236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299" l="-1689" r="-1689" t="-18618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03" name="Google Shape;203;g39221376575_1_399"/>
          <p:cNvGrpSpPr/>
          <p:nvPr/>
        </p:nvGrpSpPr>
        <p:grpSpPr>
          <a:xfrm>
            <a:off x="0" y="6321082"/>
            <a:ext cx="9332197" cy="623064"/>
            <a:chOff x="0" y="-19050"/>
            <a:chExt cx="4424100" cy="246144"/>
          </a:xfrm>
        </p:grpSpPr>
        <p:sp>
          <p:nvSpPr>
            <p:cNvPr id="204" name="Google Shape;204;g39221376575_1_399"/>
            <p:cNvSpPr/>
            <p:nvPr/>
          </p:nvSpPr>
          <p:spPr>
            <a:xfrm>
              <a:off x="0" y="0"/>
              <a:ext cx="4424017" cy="227094"/>
            </a:xfrm>
            <a:custGeom>
              <a:rect b="b" l="l" r="r" t="t"/>
              <a:pathLst>
                <a:path extrusionOk="0" h="227094" w="4424017">
                  <a:moveTo>
                    <a:pt x="0" y="0"/>
                  </a:moveTo>
                  <a:lnTo>
                    <a:pt x="4424017" y="0"/>
                  </a:lnTo>
                  <a:lnTo>
                    <a:pt x="4424017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5" name="Google Shape;205;g39221376575_1_399"/>
            <p:cNvSpPr txBox="1"/>
            <p:nvPr/>
          </p:nvSpPr>
          <p:spPr>
            <a:xfrm>
              <a:off x="0" y="-19050"/>
              <a:ext cx="44241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6" name="Google Shape;206;g39221376575_1_399"/>
          <p:cNvGrpSpPr/>
          <p:nvPr/>
        </p:nvGrpSpPr>
        <p:grpSpPr>
          <a:xfrm>
            <a:off x="1370953" y="-48221"/>
            <a:ext cx="2711001" cy="623064"/>
            <a:chOff x="0" y="-19050"/>
            <a:chExt cx="1285200" cy="246144"/>
          </a:xfrm>
        </p:grpSpPr>
        <p:sp>
          <p:nvSpPr>
            <p:cNvPr id="207" name="Google Shape;207;g39221376575_1_399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08" name="Google Shape;208;g39221376575_1_399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9" name="Google Shape;209;g39221376575_1_399"/>
          <p:cNvSpPr/>
          <p:nvPr/>
        </p:nvSpPr>
        <p:spPr>
          <a:xfrm>
            <a:off x="4149165" y="88736"/>
            <a:ext cx="1151770" cy="397361"/>
          </a:xfrm>
          <a:custGeom>
            <a:rect b="b" l="l" r="r" t="t"/>
            <a:pathLst>
              <a:path extrusionOk="0" h="264907" w="921416">
                <a:moveTo>
                  <a:pt x="0" y="0"/>
                </a:moveTo>
                <a:lnTo>
                  <a:pt x="921416" y="0"/>
                </a:lnTo>
                <a:lnTo>
                  <a:pt x="921416" y="264907"/>
                </a:lnTo>
                <a:lnTo>
                  <a:pt x="0" y="2649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0" name="Google Shape;210;g39221376575_1_399"/>
          <p:cNvGrpSpPr/>
          <p:nvPr/>
        </p:nvGrpSpPr>
        <p:grpSpPr>
          <a:xfrm>
            <a:off x="5372372" y="-29041"/>
            <a:ext cx="2711001" cy="623064"/>
            <a:chOff x="0" y="-19050"/>
            <a:chExt cx="1285200" cy="246144"/>
          </a:xfrm>
        </p:grpSpPr>
        <p:sp>
          <p:nvSpPr>
            <p:cNvPr id="211" name="Google Shape;211;g39221376575_1_399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12" name="Google Shape;212;g39221376575_1_399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3" name="Google Shape;213;g39221376575_1_399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ફોર્મેટિંગ</a:t>
            </a:r>
            <a:endParaRPr/>
          </a:p>
        </p:txBody>
      </p:sp>
      <p:sp>
        <p:nvSpPr>
          <p:cNvPr id="214" name="Google Shape;214;g39221376575_1_399"/>
          <p:cNvSpPr txBox="1"/>
          <p:nvPr>
            <p:ph idx="4294967295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લખાણને સુંદર રીતે રજૂ કરે છે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ટાઈટલ, બુલેટ પોઈન્ટ, ફૉન્ટ વગેરે સુધારે છે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ઉદાહરણ: 'આ દસ્તાવેજને પ્રોફેશનલ લુક આપો'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9221376575_1_422"/>
          <p:cNvSpPr/>
          <p:nvPr/>
        </p:nvSpPr>
        <p:spPr>
          <a:xfrm>
            <a:off x="8167734" y="105265"/>
            <a:ext cx="809534" cy="505730"/>
          </a:xfrm>
          <a:custGeom>
            <a:rect b="b" l="l" r="r" t="t"/>
            <a:pathLst>
              <a:path extrusionOk="0" h="337153" w="647627">
                <a:moveTo>
                  <a:pt x="0" y="0"/>
                </a:moveTo>
                <a:lnTo>
                  <a:pt x="647626" y="0"/>
                </a:lnTo>
                <a:lnTo>
                  <a:pt x="647626" y="337153"/>
                </a:lnTo>
                <a:lnTo>
                  <a:pt x="0" y="337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129" l="0" r="0" t="-1339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g39221376575_1_422"/>
          <p:cNvSpPr/>
          <p:nvPr/>
        </p:nvSpPr>
        <p:spPr>
          <a:xfrm>
            <a:off x="68145" y="129204"/>
            <a:ext cx="1219464" cy="354785"/>
          </a:xfrm>
          <a:custGeom>
            <a:rect b="b" l="l" r="r" t="t"/>
            <a:pathLst>
              <a:path extrusionOk="0" h="236523" w="975571">
                <a:moveTo>
                  <a:pt x="0" y="0"/>
                </a:moveTo>
                <a:lnTo>
                  <a:pt x="975571" y="0"/>
                </a:lnTo>
                <a:lnTo>
                  <a:pt x="975571" y="236523"/>
                </a:lnTo>
                <a:lnTo>
                  <a:pt x="0" y="236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299" l="-1689" r="-1689" t="-18618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1" name="Google Shape;221;g39221376575_1_422"/>
          <p:cNvGrpSpPr/>
          <p:nvPr/>
        </p:nvGrpSpPr>
        <p:grpSpPr>
          <a:xfrm>
            <a:off x="0" y="6321082"/>
            <a:ext cx="9332197" cy="623064"/>
            <a:chOff x="0" y="-19050"/>
            <a:chExt cx="4424100" cy="246144"/>
          </a:xfrm>
        </p:grpSpPr>
        <p:sp>
          <p:nvSpPr>
            <p:cNvPr id="222" name="Google Shape;222;g39221376575_1_422"/>
            <p:cNvSpPr/>
            <p:nvPr/>
          </p:nvSpPr>
          <p:spPr>
            <a:xfrm>
              <a:off x="0" y="0"/>
              <a:ext cx="4424017" cy="227094"/>
            </a:xfrm>
            <a:custGeom>
              <a:rect b="b" l="l" r="r" t="t"/>
              <a:pathLst>
                <a:path extrusionOk="0" h="227094" w="4424017">
                  <a:moveTo>
                    <a:pt x="0" y="0"/>
                  </a:moveTo>
                  <a:lnTo>
                    <a:pt x="4424017" y="0"/>
                  </a:lnTo>
                  <a:lnTo>
                    <a:pt x="4424017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3" name="Google Shape;223;g39221376575_1_422"/>
            <p:cNvSpPr txBox="1"/>
            <p:nvPr/>
          </p:nvSpPr>
          <p:spPr>
            <a:xfrm>
              <a:off x="0" y="-19050"/>
              <a:ext cx="44241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24" name="Google Shape;224;g39221376575_1_422"/>
          <p:cNvGrpSpPr/>
          <p:nvPr/>
        </p:nvGrpSpPr>
        <p:grpSpPr>
          <a:xfrm>
            <a:off x="1370953" y="-48221"/>
            <a:ext cx="2711001" cy="623064"/>
            <a:chOff x="0" y="-19050"/>
            <a:chExt cx="1285200" cy="246144"/>
          </a:xfrm>
        </p:grpSpPr>
        <p:sp>
          <p:nvSpPr>
            <p:cNvPr id="225" name="Google Shape;225;g39221376575_1_422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6" name="Google Shape;226;g39221376575_1_422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7" name="Google Shape;227;g39221376575_1_422"/>
          <p:cNvSpPr/>
          <p:nvPr/>
        </p:nvSpPr>
        <p:spPr>
          <a:xfrm>
            <a:off x="4149165" y="88736"/>
            <a:ext cx="1151770" cy="397361"/>
          </a:xfrm>
          <a:custGeom>
            <a:rect b="b" l="l" r="r" t="t"/>
            <a:pathLst>
              <a:path extrusionOk="0" h="264907" w="921416">
                <a:moveTo>
                  <a:pt x="0" y="0"/>
                </a:moveTo>
                <a:lnTo>
                  <a:pt x="921416" y="0"/>
                </a:lnTo>
                <a:lnTo>
                  <a:pt x="921416" y="264907"/>
                </a:lnTo>
                <a:lnTo>
                  <a:pt x="0" y="2649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28" name="Google Shape;228;g39221376575_1_422"/>
          <p:cNvGrpSpPr/>
          <p:nvPr/>
        </p:nvGrpSpPr>
        <p:grpSpPr>
          <a:xfrm>
            <a:off x="5372372" y="-29041"/>
            <a:ext cx="2711001" cy="623064"/>
            <a:chOff x="0" y="-19050"/>
            <a:chExt cx="1285200" cy="246144"/>
          </a:xfrm>
        </p:grpSpPr>
        <p:sp>
          <p:nvSpPr>
            <p:cNvPr id="229" name="Google Shape;229;g39221376575_1_422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0" name="Google Shape;230;g39221376575_1_422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1" name="Google Shape;231;g39221376575_1_422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વિચારો જનરેટ કરવો</a:t>
            </a:r>
            <a:endParaRPr/>
          </a:p>
        </p:txBody>
      </p:sp>
      <p:sp>
        <p:nvSpPr>
          <p:cNvPr id="232" name="Google Shape;232;g39221376575_1_422"/>
          <p:cNvSpPr txBox="1"/>
          <p:nvPr>
            <p:ph idx="4294967295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લેખન માટે નવા વિચારો આપે છે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વિષય માટે રૂપરેખા તૈયાર કરે છે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ઉદાહરણ: 'મને પર્યાવરણ પર નિબંધ માટે રૂપરેખા આપો'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9221376575_1_441"/>
          <p:cNvSpPr/>
          <p:nvPr/>
        </p:nvSpPr>
        <p:spPr>
          <a:xfrm>
            <a:off x="8167734" y="105265"/>
            <a:ext cx="809534" cy="505730"/>
          </a:xfrm>
          <a:custGeom>
            <a:rect b="b" l="l" r="r" t="t"/>
            <a:pathLst>
              <a:path extrusionOk="0" h="337153" w="647627">
                <a:moveTo>
                  <a:pt x="0" y="0"/>
                </a:moveTo>
                <a:lnTo>
                  <a:pt x="647626" y="0"/>
                </a:lnTo>
                <a:lnTo>
                  <a:pt x="647626" y="337153"/>
                </a:lnTo>
                <a:lnTo>
                  <a:pt x="0" y="337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129" l="0" r="0" t="-1339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g39221376575_1_441"/>
          <p:cNvSpPr/>
          <p:nvPr/>
        </p:nvSpPr>
        <p:spPr>
          <a:xfrm>
            <a:off x="68145" y="129204"/>
            <a:ext cx="1219464" cy="354785"/>
          </a:xfrm>
          <a:custGeom>
            <a:rect b="b" l="l" r="r" t="t"/>
            <a:pathLst>
              <a:path extrusionOk="0" h="236523" w="975571">
                <a:moveTo>
                  <a:pt x="0" y="0"/>
                </a:moveTo>
                <a:lnTo>
                  <a:pt x="975571" y="0"/>
                </a:lnTo>
                <a:lnTo>
                  <a:pt x="975571" y="236523"/>
                </a:lnTo>
                <a:lnTo>
                  <a:pt x="0" y="236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299" l="-1689" r="-1689" t="-18618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39" name="Google Shape;239;g39221376575_1_441"/>
          <p:cNvGrpSpPr/>
          <p:nvPr/>
        </p:nvGrpSpPr>
        <p:grpSpPr>
          <a:xfrm>
            <a:off x="0" y="6321082"/>
            <a:ext cx="9332197" cy="623064"/>
            <a:chOff x="0" y="-19050"/>
            <a:chExt cx="4424100" cy="246144"/>
          </a:xfrm>
        </p:grpSpPr>
        <p:sp>
          <p:nvSpPr>
            <p:cNvPr id="240" name="Google Shape;240;g39221376575_1_441"/>
            <p:cNvSpPr/>
            <p:nvPr/>
          </p:nvSpPr>
          <p:spPr>
            <a:xfrm>
              <a:off x="0" y="0"/>
              <a:ext cx="4424017" cy="227094"/>
            </a:xfrm>
            <a:custGeom>
              <a:rect b="b" l="l" r="r" t="t"/>
              <a:pathLst>
                <a:path extrusionOk="0" h="227094" w="4424017">
                  <a:moveTo>
                    <a:pt x="0" y="0"/>
                  </a:moveTo>
                  <a:lnTo>
                    <a:pt x="4424017" y="0"/>
                  </a:lnTo>
                  <a:lnTo>
                    <a:pt x="4424017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1" name="Google Shape;241;g39221376575_1_441"/>
            <p:cNvSpPr txBox="1"/>
            <p:nvPr/>
          </p:nvSpPr>
          <p:spPr>
            <a:xfrm>
              <a:off x="0" y="-19050"/>
              <a:ext cx="44241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42" name="Google Shape;242;g39221376575_1_441"/>
          <p:cNvGrpSpPr/>
          <p:nvPr/>
        </p:nvGrpSpPr>
        <p:grpSpPr>
          <a:xfrm>
            <a:off x="1370953" y="-48221"/>
            <a:ext cx="2711001" cy="623064"/>
            <a:chOff x="0" y="-19050"/>
            <a:chExt cx="1285200" cy="246144"/>
          </a:xfrm>
        </p:grpSpPr>
        <p:sp>
          <p:nvSpPr>
            <p:cNvPr id="243" name="Google Shape;243;g39221376575_1_441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4" name="Google Shape;244;g39221376575_1_441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5" name="Google Shape;245;g39221376575_1_441"/>
          <p:cNvSpPr/>
          <p:nvPr/>
        </p:nvSpPr>
        <p:spPr>
          <a:xfrm>
            <a:off x="4149165" y="88736"/>
            <a:ext cx="1151770" cy="397361"/>
          </a:xfrm>
          <a:custGeom>
            <a:rect b="b" l="l" r="r" t="t"/>
            <a:pathLst>
              <a:path extrusionOk="0" h="264907" w="921416">
                <a:moveTo>
                  <a:pt x="0" y="0"/>
                </a:moveTo>
                <a:lnTo>
                  <a:pt x="921416" y="0"/>
                </a:lnTo>
                <a:lnTo>
                  <a:pt x="921416" y="264907"/>
                </a:lnTo>
                <a:lnTo>
                  <a:pt x="0" y="2649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46" name="Google Shape;246;g39221376575_1_441"/>
          <p:cNvGrpSpPr/>
          <p:nvPr/>
        </p:nvGrpSpPr>
        <p:grpSpPr>
          <a:xfrm>
            <a:off x="5372372" y="-29041"/>
            <a:ext cx="2711001" cy="623064"/>
            <a:chOff x="0" y="-19050"/>
            <a:chExt cx="1285200" cy="246144"/>
          </a:xfrm>
        </p:grpSpPr>
        <p:sp>
          <p:nvSpPr>
            <p:cNvPr id="247" name="Google Shape;247;g39221376575_1_441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8" name="Google Shape;248;g39221376575_1_441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9" name="Google Shape;249;g39221376575_1_441"/>
          <p:cNvSpPr txBox="1"/>
          <p:nvPr>
            <p:ph idx="4294967295"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નિષ્કર્ષ</a:t>
            </a:r>
            <a:endParaRPr/>
          </a:p>
        </p:txBody>
      </p:sp>
      <p:sp>
        <p:nvSpPr>
          <p:cNvPr id="250" name="Google Shape;250;g39221376575_1_441"/>
          <p:cNvSpPr txBox="1"/>
          <p:nvPr>
            <p:ph idx="4294967295" type="body"/>
          </p:nvPr>
        </p:nvSpPr>
        <p:spPr>
          <a:xfrm>
            <a:off x="457200" y="1600200"/>
            <a:ext cx="8229600" cy="452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342900" lvl="0" marL="3429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Copilot Word માં કાર્યક્ષમતા વધારશે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સમય બચાવશે અને ગુણવત્તા સુધારશે</a:t>
            </a:r>
            <a:endParaRPr/>
          </a:p>
          <a:p>
            <a:pPr indent="-342900" lvl="0" marL="34290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</a:pPr>
            <a:r>
              <a:rPr lang="en-US" sz="3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• લેખન, સંપાદન અને વિચાર પ્રક્રિયામાં સહાયક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g39221376575_1_460"/>
          <p:cNvSpPr/>
          <p:nvPr/>
        </p:nvSpPr>
        <p:spPr>
          <a:xfrm>
            <a:off x="8167734" y="105265"/>
            <a:ext cx="809534" cy="505730"/>
          </a:xfrm>
          <a:custGeom>
            <a:rect b="b" l="l" r="r" t="t"/>
            <a:pathLst>
              <a:path extrusionOk="0" h="337153" w="647627">
                <a:moveTo>
                  <a:pt x="0" y="0"/>
                </a:moveTo>
                <a:lnTo>
                  <a:pt x="647626" y="0"/>
                </a:lnTo>
                <a:lnTo>
                  <a:pt x="647626" y="337153"/>
                </a:lnTo>
                <a:lnTo>
                  <a:pt x="0" y="33715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129" l="0" r="0" t="-1339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6" name="Google Shape;256;g39221376575_1_460"/>
          <p:cNvSpPr/>
          <p:nvPr/>
        </p:nvSpPr>
        <p:spPr>
          <a:xfrm>
            <a:off x="68145" y="129204"/>
            <a:ext cx="1219464" cy="354785"/>
          </a:xfrm>
          <a:custGeom>
            <a:rect b="b" l="l" r="r" t="t"/>
            <a:pathLst>
              <a:path extrusionOk="0" h="236523" w="975571">
                <a:moveTo>
                  <a:pt x="0" y="0"/>
                </a:moveTo>
                <a:lnTo>
                  <a:pt x="975571" y="0"/>
                </a:lnTo>
                <a:lnTo>
                  <a:pt x="975571" y="236523"/>
                </a:lnTo>
                <a:lnTo>
                  <a:pt x="0" y="2365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-9299" l="-1689" r="-1689" t="-18618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57" name="Google Shape;257;g39221376575_1_460"/>
          <p:cNvGrpSpPr/>
          <p:nvPr/>
        </p:nvGrpSpPr>
        <p:grpSpPr>
          <a:xfrm>
            <a:off x="0" y="6321082"/>
            <a:ext cx="9332197" cy="623064"/>
            <a:chOff x="0" y="-19050"/>
            <a:chExt cx="4424100" cy="246144"/>
          </a:xfrm>
        </p:grpSpPr>
        <p:sp>
          <p:nvSpPr>
            <p:cNvPr id="258" name="Google Shape;258;g39221376575_1_460"/>
            <p:cNvSpPr/>
            <p:nvPr/>
          </p:nvSpPr>
          <p:spPr>
            <a:xfrm>
              <a:off x="0" y="0"/>
              <a:ext cx="4424017" cy="227094"/>
            </a:xfrm>
            <a:custGeom>
              <a:rect b="b" l="l" r="r" t="t"/>
              <a:pathLst>
                <a:path extrusionOk="0" h="227094" w="4424017">
                  <a:moveTo>
                    <a:pt x="0" y="0"/>
                  </a:moveTo>
                  <a:lnTo>
                    <a:pt x="4424017" y="0"/>
                  </a:lnTo>
                  <a:lnTo>
                    <a:pt x="4424017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59" name="Google Shape;259;g39221376575_1_460"/>
            <p:cNvSpPr txBox="1"/>
            <p:nvPr/>
          </p:nvSpPr>
          <p:spPr>
            <a:xfrm>
              <a:off x="0" y="-19050"/>
              <a:ext cx="44241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60" name="Google Shape;260;g39221376575_1_460"/>
          <p:cNvGrpSpPr/>
          <p:nvPr/>
        </p:nvGrpSpPr>
        <p:grpSpPr>
          <a:xfrm>
            <a:off x="1370953" y="-48221"/>
            <a:ext cx="2711001" cy="623064"/>
            <a:chOff x="0" y="-19050"/>
            <a:chExt cx="1285200" cy="246144"/>
          </a:xfrm>
        </p:grpSpPr>
        <p:sp>
          <p:nvSpPr>
            <p:cNvPr id="261" name="Google Shape;261;g39221376575_1_460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2" name="Google Shape;262;g39221376575_1_460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3" name="Google Shape;263;g39221376575_1_460"/>
          <p:cNvSpPr/>
          <p:nvPr/>
        </p:nvSpPr>
        <p:spPr>
          <a:xfrm>
            <a:off x="4149165" y="88736"/>
            <a:ext cx="1151770" cy="397361"/>
          </a:xfrm>
          <a:custGeom>
            <a:rect b="b" l="l" r="r" t="t"/>
            <a:pathLst>
              <a:path extrusionOk="0" h="264907" w="921416">
                <a:moveTo>
                  <a:pt x="0" y="0"/>
                </a:moveTo>
                <a:lnTo>
                  <a:pt x="921416" y="0"/>
                </a:lnTo>
                <a:lnTo>
                  <a:pt x="921416" y="264907"/>
                </a:lnTo>
                <a:lnTo>
                  <a:pt x="0" y="26490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  <p:txBody>
          <a:bodyPr anchorCtr="0" anchor="t" bIns="60925" lIns="121900" spcFirstLastPara="1" rIns="121900" wrap="square" tIns="60925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64" name="Google Shape;264;g39221376575_1_460"/>
          <p:cNvGrpSpPr/>
          <p:nvPr/>
        </p:nvGrpSpPr>
        <p:grpSpPr>
          <a:xfrm>
            <a:off x="5372372" y="-29041"/>
            <a:ext cx="2711001" cy="623064"/>
            <a:chOff x="0" y="-19050"/>
            <a:chExt cx="1285200" cy="246144"/>
          </a:xfrm>
        </p:grpSpPr>
        <p:sp>
          <p:nvSpPr>
            <p:cNvPr id="265" name="Google Shape;265;g39221376575_1_460"/>
            <p:cNvSpPr/>
            <p:nvPr/>
          </p:nvSpPr>
          <p:spPr>
            <a:xfrm>
              <a:off x="0" y="0"/>
              <a:ext cx="1285144" cy="227094"/>
            </a:xfrm>
            <a:custGeom>
              <a:rect b="b" l="l" r="r" t="t"/>
              <a:pathLst>
                <a:path extrusionOk="0" h="227094" w="1285144">
                  <a:moveTo>
                    <a:pt x="0" y="0"/>
                  </a:moveTo>
                  <a:lnTo>
                    <a:pt x="1285144" y="0"/>
                  </a:lnTo>
                  <a:lnTo>
                    <a:pt x="1285144" y="227094"/>
                  </a:lnTo>
                  <a:lnTo>
                    <a:pt x="0" y="227094"/>
                  </a:lnTo>
                  <a:close/>
                </a:path>
              </a:pathLst>
            </a:custGeom>
            <a:solidFill>
              <a:srgbClr val="10858F"/>
            </a:solidFill>
            <a:ln>
              <a:noFill/>
            </a:ln>
          </p:spPr>
          <p:txBody>
            <a:bodyPr anchorCtr="0" anchor="t" bIns="60925" lIns="121900" spcFirstLastPara="1" rIns="121900" wrap="square" tIns="60925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6" name="Google Shape;266;g39221376575_1_460"/>
            <p:cNvSpPr txBox="1"/>
            <p:nvPr/>
          </p:nvSpPr>
          <p:spPr>
            <a:xfrm>
              <a:off x="0" y="-19050"/>
              <a:ext cx="1285200" cy="246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7725" lIns="67725" spcFirstLastPara="1" rIns="67725" wrap="square" tIns="67725">
              <a:noAutofit/>
            </a:bodyPr>
            <a:lstStyle/>
            <a:p>
              <a:pPr indent="0" lvl="0" marL="0" marR="0" rtl="0" algn="ctr">
                <a:lnSpc>
                  <a:spcPct val="7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2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67" name="Google Shape;267;g39221376575_1_460"/>
          <p:cNvSpPr txBox="1"/>
          <p:nvPr>
            <p:ph idx="4294967295" type="ctrTitle"/>
          </p:nvPr>
        </p:nvSpPr>
        <p:spPr>
          <a:xfrm>
            <a:off x="685800" y="2130425"/>
            <a:ext cx="7772400" cy="1470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US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આભાર</a:t>
            </a:r>
            <a:endParaRPr/>
          </a:p>
        </p:txBody>
      </p:sp>
      <p:sp>
        <p:nvSpPr>
          <p:cNvPr id="268" name="Google Shape;268;g39221376575_1_460"/>
          <p:cNvSpPr txBox="1"/>
          <p:nvPr>
            <p:ph idx="4294967295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</a:pPr>
            <a:r>
              <a:rPr lang="en-US">
                <a:solidFill>
                  <a:srgbClr val="888888"/>
                </a:solidFill>
              </a:rPr>
              <a:t>Copilot સાથે શીખવા બદલ આભાર!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2013-01-27T09:14:16Z</dcterms:created>
</cp:coreProperties>
</file>